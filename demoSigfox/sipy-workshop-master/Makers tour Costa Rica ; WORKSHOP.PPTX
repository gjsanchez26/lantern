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3" r:id="rId5"/>
  </p:sldMasterIdLst>
  <p:notesMasterIdLst>
    <p:notesMasterId r:id="rId31"/>
  </p:notesMasterIdLst>
  <p:sldIdLst>
    <p:sldId id="836" r:id="rId6"/>
    <p:sldId id="885" r:id="rId7"/>
    <p:sldId id="829" r:id="rId8"/>
    <p:sldId id="830" r:id="rId9"/>
    <p:sldId id="831" r:id="rId10"/>
    <p:sldId id="886" r:id="rId11"/>
    <p:sldId id="887" r:id="rId12"/>
    <p:sldId id="889" r:id="rId13"/>
    <p:sldId id="876" r:id="rId14"/>
    <p:sldId id="832" r:id="rId15"/>
    <p:sldId id="833" r:id="rId16"/>
    <p:sldId id="877" r:id="rId17"/>
    <p:sldId id="875" r:id="rId18"/>
    <p:sldId id="873" r:id="rId19"/>
    <p:sldId id="879" r:id="rId20"/>
    <p:sldId id="878" r:id="rId21"/>
    <p:sldId id="871" r:id="rId22"/>
    <p:sldId id="874" r:id="rId23"/>
    <p:sldId id="880" r:id="rId24"/>
    <p:sldId id="881" r:id="rId25"/>
    <p:sldId id="882" r:id="rId26"/>
    <p:sldId id="883" r:id="rId27"/>
    <p:sldId id="884" r:id="rId28"/>
    <p:sldId id="890" r:id="rId29"/>
    <p:sldId id="834" r:id="rId30"/>
  </p:sldIdLst>
  <p:sldSz cx="9144000" cy="5143500" type="screen16x9"/>
  <p:notesSz cx="6858000" cy="9144000"/>
  <p:custDataLst>
    <p:tags r:id="rId32"/>
  </p:custDataLst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1" userDrawn="1">
          <p15:clr>
            <a:srgbClr val="A4A3A4"/>
          </p15:clr>
        </p15:guide>
        <p15:guide id="2" pos="2424" userDrawn="1">
          <p15:clr>
            <a:srgbClr val="A4A3A4"/>
          </p15:clr>
        </p15:guide>
        <p15:guide id="3" pos="39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xime Schacht" initials="MS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0068"/>
    <a:srgbClr val="000000"/>
    <a:srgbClr val="230066"/>
    <a:srgbClr val="802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53" autoAdjust="0"/>
    <p:restoredTop sz="93100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269" y="62"/>
      </p:cViewPr>
      <p:guideLst>
        <p:guide orient="horz" pos="1891"/>
        <p:guide pos="2424"/>
        <p:guide pos="3999"/>
      </p:guideLst>
    </p:cSldViewPr>
  </p:slideViewPr>
  <p:outlineViewPr>
    <p:cViewPr>
      <p:scale>
        <a:sx n="33" d="100"/>
        <a:sy n="33" d="100"/>
      </p:scale>
      <p:origin x="0" y="-144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4" d="100"/>
          <a:sy n="74" d="100"/>
        </p:scale>
        <p:origin x="3528" y="19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9B64D-00BB-4009-9C69-93DCDE5600D7}" type="datetimeFigureOut">
              <a:rPr lang="fr-FR" smtClean="0"/>
              <a:t>06/06/2018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45952-39D1-41D5-BE14-95FB278B3B4D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566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pour une image  2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3055566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  <a:gd name="connsiteX4" fmla="*/ 0 w 9144000"/>
              <a:gd name="connsiteY4" fmla="*/ 4151069 h 5143500"/>
              <a:gd name="connsiteX5" fmla="*/ 111437 w 9144000"/>
              <a:gd name="connsiteY5" fmla="*/ 4193888 h 5143500"/>
              <a:gd name="connsiteX6" fmla="*/ 5335414 w 9144000"/>
              <a:gd name="connsiteY6" fmla="*/ 3453589 h 5143500"/>
              <a:gd name="connsiteX7" fmla="*/ 3247091 w 9144000"/>
              <a:gd name="connsiteY7" fmla="*/ 132232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3055566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4151069"/>
                </a:lnTo>
                <a:lnTo>
                  <a:pt x="111437" y="4193888"/>
                </a:lnTo>
                <a:cubicBezTo>
                  <a:pt x="2730146" y="5162037"/>
                  <a:pt x="5041508" y="4841588"/>
                  <a:pt x="5335414" y="3453589"/>
                </a:cubicBezTo>
                <a:cubicBezTo>
                  <a:pt x="5543993" y="2462587"/>
                  <a:pt x="4687331" y="1184285"/>
                  <a:pt x="3247091" y="13223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fr-FR" noProof="0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28725" y="1933194"/>
            <a:ext cx="3209925" cy="9233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28726" y="3644776"/>
            <a:ext cx="3209925" cy="51001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35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Modifier le style des sous-</a:t>
            </a:r>
            <a:r>
              <a:rPr lang="en-US" noProof="0" dirty="0" err="1"/>
              <a:t>titres</a:t>
            </a:r>
            <a:r>
              <a:rPr lang="en-US" noProof="0" dirty="0"/>
              <a:t> du masque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3"/>
          </p:nvPr>
        </p:nvSpPr>
        <p:spPr>
          <a:xfrm>
            <a:off x="1225150" y="1406769"/>
            <a:ext cx="1357316" cy="299117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100" y="489807"/>
            <a:ext cx="1812800" cy="576896"/>
          </a:xfrm>
          <a:prstGeom prst="rect">
            <a:avLst/>
          </a:prstGeom>
        </p:spPr>
      </p:pic>
      <p:sp>
        <p:nvSpPr>
          <p:cNvPr id="7" name="Espace réservé du pied de page 19"/>
          <p:cNvSpPr>
            <a:spLocks noGrp="1"/>
          </p:cNvSpPr>
          <p:nvPr>
            <p:ph type="ftr" sz="quarter" idx="18"/>
          </p:nvPr>
        </p:nvSpPr>
        <p:spPr>
          <a:xfrm>
            <a:off x="5464969" y="4698013"/>
            <a:ext cx="3086100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CONFIDENTIAL</a:t>
            </a:r>
          </a:p>
        </p:txBody>
      </p:sp>
      <p:sp>
        <p:nvSpPr>
          <p:cNvPr id="9" name="Espace réservé du numéro de diapositive 20"/>
          <p:cNvSpPr>
            <a:spLocks noGrp="1"/>
          </p:cNvSpPr>
          <p:nvPr>
            <p:ph type="sldNum" sz="quarter" idx="19"/>
          </p:nvPr>
        </p:nvSpPr>
        <p:spPr>
          <a:xfrm>
            <a:off x="8616553" y="4698013"/>
            <a:ext cx="239316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9FC1D-3DD2-4A92-9E3B-6AB9C514B013}" type="slidenum">
              <a:rPr lang="fr-FR" noProof="0" smtClean="0"/>
              <a:pPr/>
              <a:t>‹nº›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8682711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7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_Sim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e libre : forme 17"/>
          <p:cNvSpPr>
            <a:spLocks/>
          </p:cNvSpPr>
          <p:nvPr userDrawn="1"/>
        </p:nvSpPr>
        <p:spPr bwMode="auto">
          <a:xfrm>
            <a:off x="0" y="1"/>
            <a:ext cx="5366511" cy="4751753"/>
          </a:xfrm>
          <a:custGeom>
            <a:avLst/>
            <a:gdLst>
              <a:gd name="connsiteX0" fmla="*/ 0 w 7155348"/>
              <a:gd name="connsiteY0" fmla="*/ 0 h 6335671"/>
              <a:gd name="connsiteX1" fmla="*/ 4074087 w 7155348"/>
              <a:gd name="connsiteY1" fmla="*/ 0 h 6335671"/>
              <a:gd name="connsiteX2" fmla="*/ 4329454 w 7155348"/>
              <a:gd name="connsiteY2" fmla="*/ 176309 h 6335671"/>
              <a:gd name="connsiteX3" fmla="*/ 7113884 w 7155348"/>
              <a:gd name="connsiteY3" fmla="*/ 4604784 h 6335671"/>
              <a:gd name="connsiteX4" fmla="*/ 148583 w 7155348"/>
              <a:gd name="connsiteY4" fmla="*/ 5591849 h 6335671"/>
              <a:gd name="connsiteX5" fmla="*/ 0 w 7155348"/>
              <a:gd name="connsiteY5" fmla="*/ 5534758 h 6335671"/>
              <a:gd name="connsiteX0" fmla="*/ 0 w 7155348"/>
              <a:gd name="connsiteY0" fmla="*/ 0 h 6335671"/>
              <a:gd name="connsiteX1" fmla="*/ 4074087 w 7155348"/>
              <a:gd name="connsiteY1" fmla="*/ 0 h 6335671"/>
              <a:gd name="connsiteX2" fmla="*/ 4329454 w 7155348"/>
              <a:gd name="connsiteY2" fmla="*/ 176309 h 6335671"/>
              <a:gd name="connsiteX3" fmla="*/ 7113884 w 7155348"/>
              <a:gd name="connsiteY3" fmla="*/ 4604784 h 6335671"/>
              <a:gd name="connsiteX4" fmla="*/ 148583 w 7155348"/>
              <a:gd name="connsiteY4" fmla="*/ 5591849 h 6335671"/>
              <a:gd name="connsiteX5" fmla="*/ 0 w 7155348"/>
              <a:gd name="connsiteY5" fmla="*/ 5534758 h 6335671"/>
              <a:gd name="connsiteX6" fmla="*/ 121920 w 7155348"/>
              <a:gd name="connsiteY6" fmla="*/ 121920 h 6335671"/>
              <a:gd name="connsiteX0" fmla="*/ 0 w 7155348"/>
              <a:gd name="connsiteY0" fmla="*/ 0 h 6335671"/>
              <a:gd name="connsiteX1" fmla="*/ 4074087 w 7155348"/>
              <a:gd name="connsiteY1" fmla="*/ 0 h 6335671"/>
              <a:gd name="connsiteX2" fmla="*/ 4329454 w 7155348"/>
              <a:gd name="connsiteY2" fmla="*/ 176309 h 6335671"/>
              <a:gd name="connsiteX3" fmla="*/ 7113884 w 7155348"/>
              <a:gd name="connsiteY3" fmla="*/ 4604784 h 6335671"/>
              <a:gd name="connsiteX4" fmla="*/ 148583 w 7155348"/>
              <a:gd name="connsiteY4" fmla="*/ 5591849 h 6335671"/>
              <a:gd name="connsiteX5" fmla="*/ 0 w 7155348"/>
              <a:gd name="connsiteY5" fmla="*/ 5534758 h 6335671"/>
              <a:gd name="connsiteX0" fmla="*/ 4074087 w 7155348"/>
              <a:gd name="connsiteY0" fmla="*/ 0 h 6335671"/>
              <a:gd name="connsiteX1" fmla="*/ 4329454 w 7155348"/>
              <a:gd name="connsiteY1" fmla="*/ 176309 h 6335671"/>
              <a:gd name="connsiteX2" fmla="*/ 7113884 w 7155348"/>
              <a:gd name="connsiteY2" fmla="*/ 4604784 h 6335671"/>
              <a:gd name="connsiteX3" fmla="*/ 148583 w 7155348"/>
              <a:gd name="connsiteY3" fmla="*/ 5591849 h 6335671"/>
              <a:gd name="connsiteX4" fmla="*/ 0 w 7155348"/>
              <a:gd name="connsiteY4" fmla="*/ 5534758 h 6335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55348" h="6335671">
                <a:moveTo>
                  <a:pt x="4074087" y="0"/>
                </a:moveTo>
                <a:lnTo>
                  <a:pt x="4329454" y="176309"/>
                </a:lnTo>
                <a:cubicBezTo>
                  <a:pt x="6249773" y="1579046"/>
                  <a:pt x="7391989" y="3283449"/>
                  <a:pt x="7113884" y="4604784"/>
                </a:cubicBezTo>
                <a:cubicBezTo>
                  <a:pt x="6722009" y="6455449"/>
                  <a:pt x="3640194" y="6882715"/>
                  <a:pt x="148583" y="5591849"/>
                </a:cubicBezTo>
                <a:lnTo>
                  <a:pt x="0" y="5534758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013" noProof="0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28725" y="1933194"/>
            <a:ext cx="3209925" cy="9233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28726" y="3644776"/>
            <a:ext cx="3209925" cy="51001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35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Modifier le style des sous-</a:t>
            </a:r>
            <a:r>
              <a:rPr lang="en-US" noProof="0" dirty="0" err="1"/>
              <a:t>titres</a:t>
            </a:r>
            <a:r>
              <a:rPr lang="en-US" noProof="0" dirty="0"/>
              <a:t> du masque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3"/>
          </p:nvPr>
        </p:nvSpPr>
        <p:spPr>
          <a:xfrm>
            <a:off x="1225150" y="1567386"/>
            <a:ext cx="1357316" cy="13850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100" y="489807"/>
            <a:ext cx="1812800" cy="576896"/>
          </a:xfrm>
          <a:prstGeom prst="rect">
            <a:avLst/>
          </a:prstGeom>
        </p:spPr>
      </p:pic>
      <p:sp>
        <p:nvSpPr>
          <p:cNvPr id="7" name="Espace réservé du pied de page 19"/>
          <p:cNvSpPr>
            <a:spLocks noGrp="1"/>
          </p:cNvSpPr>
          <p:nvPr>
            <p:ph type="ftr" sz="quarter" idx="18"/>
          </p:nvPr>
        </p:nvSpPr>
        <p:spPr>
          <a:xfrm>
            <a:off x="5464969" y="4698013"/>
            <a:ext cx="3086100" cy="121187"/>
          </a:xfrm>
        </p:spPr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9" name="Espace réservé du numéro de diapositive 20"/>
          <p:cNvSpPr>
            <a:spLocks noGrp="1"/>
          </p:cNvSpPr>
          <p:nvPr>
            <p:ph type="sldNum" sz="quarter" idx="19"/>
          </p:nvPr>
        </p:nvSpPr>
        <p:spPr>
          <a:xfrm>
            <a:off x="8616553" y="4698013"/>
            <a:ext cx="239316" cy="121187"/>
          </a:xfrm>
        </p:spPr>
        <p:txBody>
          <a:bodyPr/>
          <a:lstStyle/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60846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77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_Color backgrou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e libre : forme 17"/>
          <p:cNvSpPr>
            <a:spLocks/>
          </p:cNvSpPr>
          <p:nvPr userDrawn="1"/>
        </p:nvSpPr>
        <p:spPr bwMode="auto">
          <a:xfrm>
            <a:off x="0" y="1"/>
            <a:ext cx="5366511" cy="4751753"/>
          </a:xfrm>
          <a:custGeom>
            <a:avLst/>
            <a:gdLst>
              <a:gd name="connsiteX0" fmla="*/ 0 w 7155348"/>
              <a:gd name="connsiteY0" fmla="*/ 0 h 6335671"/>
              <a:gd name="connsiteX1" fmla="*/ 4074087 w 7155348"/>
              <a:gd name="connsiteY1" fmla="*/ 0 h 6335671"/>
              <a:gd name="connsiteX2" fmla="*/ 4329454 w 7155348"/>
              <a:gd name="connsiteY2" fmla="*/ 176309 h 6335671"/>
              <a:gd name="connsiteX3" fmla="*/ 7113884 w 7155348"/>
              <a:gd name="connsiteY3" fmla="*/ 4604784 h 6335671"/>
              <a:gd name="connsiteX4" fmla="*/ 148583 w 7155348"/>
              <a:gd name="connsiteY4" fmla="*/ 5591849 h 6335671"/>
              <a:gd name="connsiteX5" fmla="*/ 0 w 7155348"/>
              <a:gd name="connsiteY5" fmla="*/ 5534758 h 6335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55348" h="6335671">
                <a:moveTo>
                  <a:pt x="0" y="0"/>
                </a:moveTo>
                <a:lnTo>
                  <a:pt x="4074087" y="0"/>
                </a:lnTo>
                <a:lnTo>
                  <a:pt x="4329454" y="176309"/>
                </a:lnTo>
                <a:cubicBezTo>
                  <a:pt x="6249773" y="1579046"/>
                  <a:pt x="7391989" y="3283449"/>
                  <a:pt x="7113884" y="4604784"/>
                </a:cubicBezTo>
                <a:cubicBezTo>
                  <a:pt x="6722009" y="6455449"/>
                  <a:pt x="3640194" y="6882715"/>
                  <a:pt x="148583" y="5591849"/>
                </a:cubicBezTo>
                <a:lnTo>
                  <a:pt x="0" y="55347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013" noProof="0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28725" y="1933194"/>
            <a:ext cx="3209925" cy="9233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28726" y="3644776"/>
            <a:ext cx="3209925" cy="51001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35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Modifier le style des sous-</a:t>
            </a:r>
            <a:r>
              <a:rPr lang="en-US" noProof="0" dirty="0" err="1"/>
              <a:t>titres</a:t>
            </a:r>
            <a:r>
              <a:rPr lang="en-US" noProof="0" dirty="0"/>
              <a:t> du masque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3"/>
          </p:nvPr>
        </p:nvSpPr>
        <p:spPr>
          <a:xfrm>
            <a:off x="1225150" y="1567386"/>
            <a:ext cx="1357316" cy="13850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100" y="489807"/>
            <a:ext cx="1812800" cy="576896"/>
          </a:xfrm>
          <a:prstGeom prst="rect">
            <a:avLst/>
          </a:prstGeom>
        </p:spPr>
      </p:pic>
      <p:sp>
        <p:nvSpPr>
          <p:cNvPr id="7" name="Espace réservé du pied de page 19"/>
          <p:cNvSpPr>
            <a:spLocks noGrp="1"/>
          </p:cNvSpPr>
          <p:nvPr>
            <p:ph type="ftr" sz="quarter" idx="18"/>
          </p:nvPr>
        </p:nvSpPr>
        <p:spPr>
          <a:xfrm>
            <a:off x="5464969" y="4698013"/>
            <a:ext cx="3086100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CONFIDENTIAL</a:t>
            </a:r>
          </a:p>
        </p:txBody>
      </p:sp>
      <p:sp>
        <p:nvSpPr>
          <p:cNvPr id="9" name="Espace réservé du numéro de diapositive 20"/>
          <p:cNvSpPr>
            <a:spLocks noGrp="1"/>
          </p:cNvSpPr>
          <p:nvPr>
            <p:ph type="sldNum" sz="quarter" idx="19"/>
          </p:nvPr>
        </p:nvSpPr>
        <p:spPr>
          <a:xfrm>
            <a:off x="8616553" y="4698013"/>
            <a:ext cx="239316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52898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7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CONFIDENTIAL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A9FC1D-3DD2-4A92-9E3B-6AB9C514B013}" type="slidenum">
              <a:rPr lang="fr-FR" smtClean="0"/>
              <a:pPr/>
              <a:t>‹nº›</a:t>
            </a:fld>
            <a:endParaRPr lang="fr-FR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92138" y="1316038"/>
            <a:ext cx="7959725" cy="3035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904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CONFIDENTIAL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A9FC1D-3DD2-4A92-9E3B-6AB9C514B013}" type="slidenum">
              <a:rPr lang="fr-FR" smtClean="0"/>
              <a:pPr/>
              <a:t>‹nº›</a:t>
            </a:fld>
            <a:endParaRPr lang="fr-FR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542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93725" y="1136881"/>
            <a:ext cx="7957344" cy="2536247"/>
          </a:xfrm>
          <a:prstGeom prst="rect">
            <a:avLst/>
          </a:prstGeom>
        </p:spPr>
        <p:txBody>
          <a:bodyPr/>
          <a:lstStyle>
            <a:lvl1pPr>
              <a:tabLst>
                <a:tab pos="360000" algn="l"/>
                <a:tab pos="3229200" algn="l"/>
              </a:tabLst>
              <a:defRPr sz="2400"/>
            </a:lvl1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464969" y="4698013"/>
            <a:ext cx="3086100" cy="121187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CONFIDENTIAL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6553" y="4698013"/>
            <a:ext cx="239316" cy="1211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87682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3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Colo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93725" y="1136881"/>
            <a:ext cx="7957344" cy="2536247"/>
          </a:xfrm>
          <a:prstGeom prst="rect">
            <a:avLst/>
          </a:prstGeom>
        </p:spPr>
        <p:txBody>
          <a:bodyPr/>
          <a:lstStyle>
            <a:lvl1pPr>
              <a:tabLst>
                <a:tab pos="360000" algn="l"/>
                <a:tab pos="3229200" algn="l"/>
              </a:tabLst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509" y="4636662"/>
            <a:ext cx="837118" cy="266400"/>
          </a:xfrm>
          <a:prstGeom prst="rect">
            <a:avLst/>
          </a:prstGeom>
        </p:spPr>
      </p:pic>
      <p:sp>
        <p:nvSpPr>
          <p:cNvPr id="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464969" y="4698013"/>
            <a:ext cx="3086100" cy="121187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CONFIDENTIAL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6553" y="4698013"/>
            <a:ext cx="239316" cy="1211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bg1"/>
                </a:solidFill>
              </a:defRPr>
            </a:lvl1pPr>
          </a:lstStyle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88256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3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2931" y="535782"/>
            <a:ext cx="7958138" cy="173124"/>
          </a:xfrm>
        </p:spPr>
        <p:txBody>
          <a:bodyPr>
            <a:spAutoFit/>
          </a:bodyPr>
          <a:lstStyle>
            <a:lvl1pPr>
              <a:defRPr sz="125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93725" y="1047750"/>
            <a:ext cx="7957344" cy="263207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sz="3200"/>
            </a:lvl1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464969" y="4698013"/>
            <a:ext cx="3086100" cy="121187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CONFIDENTIAL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6553" y="4698013"/>
            <a:ext cx="239316" cy="1211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2744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Color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2931" y="535782"/>
            <a:ext cx="7958138" cy="173124"/>
          </a:xfrm>
        </p:spPr>
        <p:txBody>
          <a:bodyPr>
            <a:spAutoFit/>
          </a:bodyPr>
          <a:lstStyle>
            <a:lvl1pPr>
              <a:defRPr sz="125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93725" y="1047750"/>
            <a:ext cx="7957344" cy="263207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pic>
        <p:nvPicPr>
          <p:cNvPr id="4" name="Imag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509" y="4636662"/>
            <a:ext cx="837118" cy="266400"/>
          </a:xfrm>
          <a:prstGeom prst="rect">
            <a:avLst/>
          </a:prstGeom>
        </p:spPr>
      </p:pic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464969" y="4698013"/>
            <a:ext cx="3086100" cy="121187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CONFIDENTIAL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6553" y="4698013"/>
            <a:ext cx="239316" cy="1211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bg1"/>
                </a:solidFill>
              </a:defRPr>
            </a:lvl1pPr>
          </a:lstStyle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730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pour une image  2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3055566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  <a:gd name="connsiteX4" fmla="*/ 0 w 9144000"/>
              <a:gd name="connsiteY4" fmla="*/ 4151069 h 5143500"/>
              <a:gd name="connsiteX5" fmla="*/ 111437 w 9144000"/>
              <a:gd name="connsiteY5" fmla="*/ 4193888 h 5143500"/>
              <a:gd name="connsiteX6" fmla="*/ 5335414 w 9144000"/>
              <a:gd name="connsiteY6" fmla="*/ 3453589 h 5143500"/>
              <a:gd name="connsiteX7" fmla="*/ 3247091 w 9144000"/>
              <a:gd name="connsiteY7" fmla="*/ 132232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3055566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4151069"/>
                </a:lnTo>
                <a:lnTo>
                  <a:pt x="111437" y="4193888"/>
                </a:lnTo>
                <a:cubicBezTo>
                  <a:pt x="2730146" y="5162037"/>
                  <a:pt x="5041508" y="4841588"/>
                  <a:pt x="5335414" y="3453589"/>
                </a:cubicBezTo>
                <a:cubicBezTo>
                  <a:pt x="5543993" y="2462587"/>
                  <a:pt x="4687331" y="1184285"/>
                  <a:pt x="3247091" y="13223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noProof="0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28724" y="1706400"/>
            <a:ext cx="3430800" cy="9233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4" name="Espace réservé du pied de page 19"/>
          <p:cNvSpPr>
            <a:spLocks noGrp="1"/>
          </p:cNvSpPr>
          <p:nvPr>
            <p:ph type="ftr" sz="quarter" idx="18"/>
          </p:nvPr>
        </p:nvSpPr>
        <p:spPr>
          <a:xfrm>
            <a:off x="5464969" y="4698013"/>
            <a:ext cx="3086100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CONFIDENTIAL</a:t>
            </a:r>
          </a:p>
        </p:txBody>
      </p:sp>
      <p:sp>
        <p:nvSpPr>
          <p:cNvPr id="5" name="Espace réservé du numéro de diapositive 20"/>
          <p:cNvSpPr>
            <a:spLocks noGrp="1"/>
          </p:cNvSpPr>
          <p:nvPr>
            <p:ph type="sldNum" sz="quarter" idx="19"/>
          </p:nvPr>
        </p:nvSpPr>
        <p:spPr>
          <a:xfrm>
            <a:off x="8616553" y="4698013"/>
            <a:ext cx="239316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595379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7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6103510 w 9144000"/>
              <a:gd name="connsiteY1" fmla="*/ 0 h 5143500"/>
              <a:gd name="connsiteX2" fmla="*/ 5930721 w 9144000"/>
              <a:gd name="connsiteY2" fmla="*/ 119322 h 5143500"/>
              <a:gd name="connsiteX3" fmla="*/ 3832282 w 9144000"/>
              <a:gd name="connsiteY3" fmla="*/ 3457525 h 5143500"/>
              <a:gd name="connsiteX4" fmla="*/ 9081564 w 9144000"/>
              <a:gd name="connsiteY4" fmla="*/ 4201578 h 5143500"/>
              <a:gd name="connsiteX5" fmla="*/ 9144000 w 9144000"/>
              <a:gd name="connsiteY5" fmla="*/ 4177582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6103510" y="0"/>
                </a:lnTo>
                <a:lnTo>
                  <a:pt x="5930721" y="119322"/>
                </a:lnTo>
                <a:cubicBezTo>
                  <a:pt x="4483505" y="1176711"/>
                  <a:pt x="3622693" y="2461497"/>
                  <a:pt x="3832282" y="3457525"/>
                </a:cubicBezTo>
                <a:cubicBezTo>
                  <a:pt x="4127612" y="4852564"/>
                  <a:pt x="6450170" y="5174638"/>
                  <a:pt x="9081564" y="4201578"/>
                </a:cubicBezTo>
                <a:lnTo>
                  <a:pt x="9144000" y="4177582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21063" y="1706400"/>
            <a:ext cx="3430800" cy="9233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en-US" noProof="0"/>
              <a:t>Modifiez le style du titre</a:t>
            </a:r>
          </a:p>
        </p:txBody>
      </p:sp>
      <p:sp>
        <p:nvSpPr>
          <p:cNvPr id="4" name="Espace réservé du pied de page 19"/>
          <p:cNvSpPr>
            <a:spLocks noGrp="1"/>
          </p:cNvSpPr>
          <p:nvPr>
            <p:ph type="ftr" sz="quarter" idx="18"/>
          </p:nvPr>
        </p:nvSpPr>
        <p:spPr>
          <a:xfrm>
            <a:off x="5464969" y="4698013"/>
            <a:ext cx="3086100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CONFIDENTIAL</a:t>
            </a:r>
          </a:p>
        </p:txBody>
      </p:sp>
      <p:sp>
        <p:nvSpPr>
          <p:cNvPr id="5" name="Espace réservé du numéro de diapositive 20"/>
          <p:cNvSpPr>
            <a:spLocks noGrp="1"/>
          </p:cNvSpPr>
          <p:nvPr>
            <p:ph type="sldNum" sz="quarter" idx="19"/>
          </p:nvPr>
        </p:nvSpPr>
        <p:spPr>
          <a:xfrm>
            <a:off x="8616553" y="4698013"/>
            <a:ext cx="239316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4559671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392" userDrawn="1">
          <p15:clr>
            <a:srgbClr val="FBAE40"/>
          </p15:clr>
        </p15:guide>
        <p15:guide id="2" orient="horz" pos="29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e libre : forme 14"/>
          <p:cNvSpPr>
            <a:spLocks/>
          </p:cNvSpPr>
          <p:nvPr userDrawn="1"/>
        </p:nvSpPr>
        <p:spPr bwMode="auto">
          <a:xfrm>
            <a:off x="1" y="384726"/>
            <a:ext cx="6196409" cy="4758774"/>
          </a:xfrm>
          <a:custGeom>
            <a:avLst/>
            <a:gdLst>
              <a:gd name="connsiteX0" fmla="*/ 3647068 w 6196409"/>
              <a:gd name="connsiteY0" fmla="*/ 4 h 4758774"/>
              <a:gd name="connsiteX1" fmla="*/ 6023383 w 6196409"/>
              <a:gd name="connsiteY1" fmla="*/ 1088201 h 4758774"/>
              <a:gd name="connsiteX2" fmla="*/ 4446378 w 6196409"/>
              <a:gd name="connsiteY2" fmla="*/ 4739130 h 4758774"/>
              <a:gd name="connsiteX3" fmla="*/ 4422123 w 6196409"/>
              <a:gd name="connsiteY3" fmla="*/ 4758774 h 4758774"/>
              <a:gd name="connsiteX4" fmla="*/ 0 w 6196409"/>
              <a:gd name="connsiteY4" fmla="*/ 4758774 h 4758774"/>
              <a:gd name="connsiteX5" fmla="*/ 0 w 6196409"/>
              <a:gd name="connsiteY5" fmla="*/ 1052541 h 4758774"/>
              <a:gd name="connsiteX6" fmla="*/ 330910 w 6196409"/>
              <a:gd name="connsiteY6" fmla="*/ 874486 h 4758774"/>
              <a:gd name="connsiteX7" fmla="*/ 3647068 w 6196409"/>
              <a:gd name="connsiteY7" fmla="*/ 4 h 4758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96409" h="4758774">
                <a:moveTo>
                  <a:pt x="3647068" y="4"/>
                </a:moveTo>
                <a:cubicBezTo>
                  <a:pt x="4770462" y="-1322"/>
                  <a:pt x="5660670" y="366110"/>
                  <a:pt x="6023383" y="1088201"/>
                </a:cubicBezTo>
                <a:cubicBezTo>
                  <a:pt x="6541851" y="2114035"/>
                  <a:pt x="5860162" y="3558218"/>
                  <a:pt x="4446378" y="4739130"/>
                </a:cubicBezTo>
                <a:lnTo>
                  <a:pt x="4422123" y="4758774"/>
                </a:lnTo>
                <a:lnTo>
                  <a:pt x="0" y="4758774"/>
                </a:lnTo>
                <a:lnTo>
                  <a:pt x="0" y="1052541"/>
                </a:lnTo>
                <a:lnTo>
                  <a:pt x="330910" y="874486"/>
                </a:lnTo>
                <a:cubicBezTo>
                  <a:pt x="1483060" y="289439"/>
                  <a:pt x="2655837" y="1174"/>
                  <a:pt x="3647068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92931" y="2581275"/>
            <a:ext cx="4198144" cy="703660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</a:lstStyle>
          <a:p>
            <a:r>
              <a:rPr lang="fr-FR"/>
              <a:t>Chapter Title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592931" y="3454400"/>
            <a:ext cx="4197725" cy="5238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fr-FR"/>
              <a:t>Subtitle</a:t>
            </a:r>
          </a:p>
        </p:txBody>
      </p:sp>
      <p:sp>
        <p:nvSpPr>
          <p:cNvPr id="7" name="Espace réservé du texte 7"/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1019215"/>
            <a:ext cx="1883569" cy="16158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10200" b="0">
                <a:latin typeface="+mj-lt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509" y="4635762"/>
            <a:ext cx="839946" cy="267300"/>
          </a:xfrm>
          <a:prstGeom prst="rect">
            <a:avLst/>
          </a:prstGeom>
        </p:spPr>
      </p:pic>
      <p:sp>
        <p:nvSpPr>
          <p:cNvPr id="9" name="Espace réservé du pied de page 19"/>
          <p:cNvSpPr>
            <a:spLocks noGrp="1"/>
          </p:cNvSpPr>
          <p:nvPr>
            <p:ph type="ftr" sz="quarter" idx="18"/>
          </p:nvPr>
        </p:nvSpPr>
        <p:spPr>
          <a:xfrm>
            <a:off x="5464969" y="4698013"/>
            <a:ext cx="3086100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CONFIDENTIAL</a:t>
            </a:r>
          </a:p>
        </p:txBody>
      </p:sp>
      <p:sp>
        <p:nvSpPr>
          <p:cNvPr id="10" name="Espace réservé du numéro de diapositive 20"/>
          <p:cNvSpPr>
            <a:spLocks noGrp="1"/>
          </p:cNvSpPr>
          <p:nvPr>
            <p:ph type="sldNum" sz="quarter" idx="19"/>
          </p:nvPr>
        </p:nvSpPr>
        <p:spPr>
          <a:xfrm>
            <a:off x="8616553" y="4698013"/>
            <a:ext cx="239316" cy="121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9FC1D-3DD2-4A92-9E3B-6AB9C514B013}" type="slidenum">
              <a:rPr lang="fr-FR" smtClean="0"/>
              <a:pPr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0799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2931" y="535782"/>
            <a:ext cx="2620169" cy="664797"/>
          </a:xfrm>
        </p:spPr>
        <p:txBody>
          <a:bodyPr wrap="square">
            <a:spAutoFit/>
          </a:bodyPr>
          <a:lstStyle/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93725" y="1875177"/>
            <a:ext cx="2619375" cy="2632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1"/>
            <a:r>
              <a:rPr lang="en-US" noProof="0" dirty="0" err="1"/>
              <a:t>Deuxième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Quatrième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Cinquième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7" name="Espace réservé du texte 7"/>
          <p:cNvSpPr>
            <a:spLocks noGrp="1"/>
          </p:cNvSpPr>
          <p:nvPr>
            <p:ph type="body" sz="quarter" idx="14"/>
          </p:nvPr>
        </p:nvSpPr>
        <p:spPr>
          <a:xfrm>
            <a:off x="3514725" y="1875177"/>
            <a:ext cx="2619375" cy="2632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1"/>
            <a:r>
              <a:rPr lang="en-US" noProof="0" dirty="0" err="1"/>
              <a:t>Deuxième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Quatrième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Cinquième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5"/>
          </p:nvPr>
        </p:nvSpPr>
        <p:spPr>
          <a:xfrm>
            <a:off x="593725" y="1367999"/>
            <a:ext cx="2619375" cy="52540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20" name="Forme libre : forme 19"/>
          <p:cNvSpPr>
            <a:spLocks/>
          </p:cNvSpPr>
          <p:nvPr userDrawn="1"/>
        </p:nvSpPr>
        <p:spPr bwMode="auto">
          <a:xfrm>
            <a:off x="6515497" y="137825"/>
            <a:ext cx="2628503" cy="4364743"/>
          </a:xfrm>
          <a:custGeom>
            <a:avLst/>
            <a:gdLst>
              <a:gd name="connsiteX0" fmla="*/ 2628503 w 2628503"/>
              <a:gd name="connsiteY0" fmla="*/ 0 h 4364743"/>
              <a:gd name="connsiteX1" fmla="*/ 2628503 w 2628503"/>
              <a:gd name="connsiteY1" fmla="*/ 3528141 h 4364743"/>
              <a:gd name="connsiteX2" fmla="*/ 2420986 w 2628503"/>
              <a:gd name="connsiteY2" fmla="*/ 3683811 h 4364743"/>
              <a:gd name="connsiteX3" fmla="*/ 211536 w 2628503"/>
              <a:gd name="connsiteY3" fmla="*/ 4172305 h 4364743"/>
              <a:gd name="connsiteX4" fmla="*/ 1388630 w 2628503"/>
              <a:gd name="connsiteY4" fmla="*/ 1005829 h 4364743"/>
              <a:gd name="connsiteX5" fmla="*/ 2529826 w 2628503"/>
              <a:gd name="connsiteY5" fmla="*/ 59428 h 4364743"/>
              <a:gd name="connsiteX0" fmla="*/ 2628503 w 2628503"/>
              <a:gd name="connsiteY0" fmla="*/ 0 h 4364743"/>
              <a:gd name="connsiteX1" fmla="*/ 2628503 w 2628503"/>
              <a:gd name="connsiteY1" fmla="*/ 2529175 h 4364743"/>
              <a:gd name="connsiteX2" fmla="*/ 2628503 w 2628503"/>
              <a:gd name="connsiteY2" fmla="*/ 3528141 h 4364743"/>
              <a:gd name="connsiteX3" fmla="*/ 2420986 w 2628503"/>
              <a:gd name="connsiteY3" fmla="*/ 3683811 h 4364743"/>
              <a:gd name="connsiteX4" fmla="*/ 211536 w 2628503"/>
              <a:gd name="connsiteY4" fmla="*/ 4172305 h 4364743"/>
              <a:gd name="connsiteX5" fmla="*/ 1388630 w 2628503"/>
              <a:gd name="connsiteY5" fmla="*/ 1005829 h 4364743"/>
              <a:gd name="connsiteX6" fmla="*/ 2529826 w 2628503"/>
              <a:gd name="connsiteY6" fmla="*/ 59428 h 4364743"/>
              <a:gd name="connsiteX7" fmla="*/ 2628503 w 2628503"/>
              <a:gd name="connsiteY7" fmla="*/ 0 h 4364743"/>
              <a:gd name="connsiteX0" fmla="*/ 2628503 w 2719943"/>
              <a:gd name="connsiteY0" fmla="*/ 2529175 h 4364743"/>
              <a:gd name="connsiteX1" fmla="*/ 2628503 w 2719943"/>
              <a:gd name="connsiteY1" fmla="*/ 3528141 h 4364743"/>
              <a:gd name="connsiteX2" fmla="*/ 2420986 w 2719943"/>
              <a:gd name="connsiteY2" fmla="*/ 3683811 h 4364743"/>
              <a:gd name="connsiteX3" fmla="*/ 211536 w 2719943"/>
              <a:gd name="connsiteY3" fmla="*/ 4172305 h 4364743"/>
              <a:gd name="connsiteX4" fmla="*/ 1388630 w 2719943"/>
              <a:gd name="connsiteY4" fmla="*/ 1005829 h 4364743"/>
              <a:gd name="connsiteX5" fmla="*/ 2529826 w 2719943"/>
              <a:gd name="connsiteY5" fmla="*/ 59428 h 4364743"/>
              <a:gd name="connsiteX6" fmla="*/ 2628503 w 2719943"/>
              <a:gd name="connsiteY6" fmla="*/ 0 h 4364743"/>
              <a:gd name="connsiteX7" fmla="*/ 2719943 w 2719943"/>
              <a:gd name="connsiteY7" fmla="*/ 2620615 h 4364743"/>
              <a:gd name="connsiteX0" fmla="*/ 2628503 w 2628503"/>
              <a:gd name="connsiteY0" fmla="*/ 2529175 h 4364743"/>
              <a:gd name="connsiteX1" fmla="*/ 2628503 w 2628503"/>
              <a:gd name="connsiteY1" fmla="*/ 3528141 h 4364743"/>
              <a:gd name="connsiteX2" fmla="*/ 2420986 w 2628503"/>
              <a:gd name="connsiteY2" fmla="*/ 3683811 h 4364743"/>
              <a:gd name="connsiteX3" fmla="*/ 211536 w 2628503"/>
              <a:gd name="connsiteY3" fmla="*/ 4172305 h 4364743"/>
              <a:gd name="connsiteX4" fmla="*/ 1388630 w 2628503"/>
              <a:gd name="connsiteY4" fmla="*/ 1005829 h 4364743"/>
              <a:gd name="connsiteX5" fmla="*/ 2529826 w 2628503"/>
              <a:gd name="connsiteY5" fmla="*/ 59428 h 4364743"/>
              <a:gd name="connsiteX6" fmla="*/ 2628503 w 2628503"/>
              <a:gd name="connsiteY6" fmla="*/ 0 h 4364743"/>
              <a:gd name="connsiteX0" fmla="*/ 2628503 w 2628503"/>
              <a:gd name="connsiteY0" fmla="*/ 3528141 h 4364743"/>
              <a:gd name="connsiteX1" fmla="*/ 2420986 w 2628503"/>
              <a:gd name="connsiteY1" fmla="*/ 3683811 h 4364743"/>
              <a:gd name="connsiteX2" fmla="*/ 211536 w 2628503"/>
              <a:gd name="connsiteY2" fmla="*/ 4172305 h 4364743"/>
              <a:gd name="connsiteX3" fmla="*/ 1388630 w 2628503"/>
              <a:gd name="connsiteY3" fmla="*/ 1005829 h 4364743"/>
              <a:gd name="connsiteX4" fmla="*/ 2529826 w 2628503"/>
              <a:gd name="connsiteY4" fmla="*/ 59428 h 4364743"/>
              <a:gd name="connsiteX5" fmla="*/ 2628503 w 2628503"/>
              <a:gd name="connsiteY5" fmla="*/ 0 h 4364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28503" h="4364743">
                <a:moveTo>
                  <a:pt x="2628503" y="3528141"/>
                </a:moveTo>
                <a:lnTo>
                  <a:pt x="2420986" y="3683811"/>
                </a:lnTo>
                <a:cubicBezTo>
                  <a:pt x="1502181" y="4338737"/>
                  <a:pt x="614563" y="4562780"/>
                  <a:pt x="211536" y="4172305"/>
                </a:cubicBezTo>
                <a:cubicBezTo>
                  <a:pt x="-325833" y="3651671"/>
                  <a:pt x="194477" y="2234865"/>
                  <a:pt x="1388630" y="1005829"/>
                </a:cubicBezTo>
                <a:cubicBezTo>
                  <a:pt x="1759137" y="621755"/>
                  <a:pt x="2150468" y="301860"/>
                  <a:pt x="2529826" y="59428"/>
                </a:cubicBezTo>
                <a:lnTo>
                  <a:pt x="2628503" y="0"/>
                </a:lnTo>
              </a:path>
            </a:pathLst>
          </a:custGeom>
          <a:noFill/>
          <a:ln w="9525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noProof="0" dirty="0"/>
          </a:p>
        </p:txBody>
      </p:sp>
      <p:sp>
        <p:nvSpPr>
          <p:cNvPr id="22" name="Forme libre : forme 21"/>
          <p:cNvSpPr>
            <a:spLocks/>
          </p:cNvSpPr>
          <p:nvPr userDrawn="1"/>
        </p:nvSpPr>
        <p:spPr bwMode="auto">
          <a:xfrm>
            <a:off x="6373064" y="1630654"/>
            <a:ext cx="2770935" cy="2974704"/>
          </a:xfrm>
          <a:custGeom>
            <a:avLst/>
            <a:gdLst>
              <a:gd name="connsiteX0" fmla="*/ 371526 w 2770935"/>
              <a:gd name="connsiteY0" fmla="*/ 498 h 2974704"/>
              <a:gd name="connsiteX1" fmla="*/ 2213696 w 2770935"/>
              <a:gd name="connsiteY1" fmla="*/ 970262 h 2974704"/>
              <a:gd name="connsiteX2" fmla="*/ 2693684 w 2770935"/>
              <a:gd name="connsiteY2" fmla="*/ 1418560 h 2974704"/>
              <a:gd name="connsiteX3" fmla="*/ 2770935 w 2770935"/>
              <a:gd name="connsiteY3" fmla="*/ 1501445 h 2974704"/>
              <a:gd name="connsiteX4" fmla="*/ 2770935 w 2770935"/>
              <a:gd name="connsiteY4" fmla="*/ 2974704 h 2974704"/>
              <a:gd name="connsiteX5" fmla="*/ 2756238 w 2770935"/>
              <a:gd name="connsiteY5" fmla="*/ 2970332 h 2974704"/>
              <a:gd name="connsiteX6" fmla="*/ 1283477 w 2770935"/>
              <a:gd name="connsiteY6" fmla="*/ 2073981 h 2974704"/>
              <a:gd name="connsiteX7" fmla="*/ 63098 w 2770935"/>
              <a:gd name="connsiteY7" fmla="*/ 106111 h 2974704"/>
              <a:gd name="connsiteX8" fmla="*/ 371526 w 2770935"/>
              <a:gd name="connsiteY8" fmla="*/ 498 h 2974704"/>
              <a:gd name="connsiteX0" fmla="*/ 371526 w 2770936"/>
              <a:gd name="connsiteY0" fmla="*/ 498 h 2974704"/>
              <a:gd name="connsiteX1" fmla="*/ 2213696 w 2770936"/>
              <a:gd name="connsiteY1" fmla="*/ 970262 h 2974704"/>
              <a:gd name="connsiteX2" fmla="*/ 2693684 w 2770936"/>
              <a:gd name="connsiteY2" fmla="*/ 1418560 h 2974704"/>
              <a:gd name="connsiteX3" fmla="*/ 2770935 w 2770936"/>
              <a:gd name="connsiteY3" fmla="*/ 1501445 h 2974704"/>
              <a:gd name="connsiteX4" fmla="*/ 2770936 w 2770936"/>
              <a:gd name="connsiteY4" fmla="*/ 2242846 h 2974704"/>
              <a:gd name="connsiteX5" fmla="*/ 2770935 w 2770936"/>
              <a:gd name="connsiteY5" fmla="*/ 2974704 h 2974704"/>
              <a:gd name="connsiteX6" fmla="*/ 2756238 w 2770936"/>
              <a:gd name="connsiteY6" fmla="*/ 2970332 h 2974704"/>
              <a:gd name="connsiteX7" fmla="*/ 1283477 w 2770936"/>
              <a:gd name="connsiteY7" fmla="*/ 2073981 h 2974704"/>
              <a:gd name="connsiteX8" fmla="*/ 63098 w 2770936"/>
              <a:gd name="connsiteY8" fmla="*/ 106111 h 2974704"/>
              <a:gd name="connsiteX9" fmla="*/ 371526 w 2770936"/>
              <a:gd name="connsiteY9" fmla="*/ 498 h 2974704"/>
              <a:gd name="connsiteX0" fmla="*/ 2770936 w 2862376"/>
              <a:gd name="connsiteY0" fmla="*/ 2242846 h 2974704"/>
              <a:gd name="connsiteX1" fmla="*/ 2770935 w 2862376"/>
              <a:gd name="connsiteY1" fmla="*/ 2974704 h 2974704"/>
              <a:gd name="connsiteX2" fmla="*/ 2756238 w 2862376"/>
              <a:gd name="connsiteY2" fmla="*/ 2970332 h 2974704"/>
              <a:gd name="connsiteX3" fmla="*/ 1283477 w 2862376"/>
              <a:gd name="connsiteY3" fmla="*/ 2073981 h 2974704"/>
              <a:gd name="connsiteX4" fmla="*/ 63098 w 2862376"/>
              <a:gd name="connsiteY4" fmla="*/ 106111 h 2974704"/>
              <a:gd name="connsiteX5" fmla="*/ 371526 w 2862376"/>
              <a:gd name="connsiteY5" fmla="*/ 498 h 2974704"/>
              <a:gd name="connsiteX6" fmla="*/ 2213696 w 2862376"/>
              <a:gd name="connsiteY6" fmla="*/ 970262 h 2974704"/>
              <a:gd name="connsiteX7" fmla="*/ 2693684 w 2862376"/>
              <a:gd name="connsiteY7" fmla="*/ 1418560 h 2974704"/>
              <a:gd name="connsiteX8" fmla="*/ 2770935 w 2862376"/>
              <a:gd name="connsiteY8" fmla="*/ 1501445 h 2974704"/>
              <a:gd name="connsiteX9" fmla="*/ 2862376 w 2862376"/>
              <a:gd name="connsiteY9" fmla="*/ 2334286 h 2974704"/>
              <a:gd name="connsiteX0" fmla="*/ 2770936 w 2770936"/>
              <a:gd name="connsiteY0" fmla="*/ 2242846 h 2974704"/>
              <a:gd name="connsiteX1" fmla="*/ 2770935 w 2770936"/>
              <a:gd name="connsiteY1" fmla="*/ 2974704 h 2974704"/>
              <a:gd name="connsiteX2" fmla="*/ 2756238 w 2770936"/>
              <a:gd name="connsiteY2" fmla="*/ 2970332 h 2974704"/>
              <a:gd name="connsiteX3" fmla="*/ 1283477 w 2770936"/>
              <a:gd name="connsiteY3" fmla="*/ 2073981 h 2974704"/>
              <a:gd name="connsiteX4" fmla="*/ 63098 w 2770936"/>
              <a:gd name="connsiteY4" fmla="*/ 106111 h 2974704"/>
              <a:gd name="connsiteX5" fmla="*/ 371526 w 2770936"/>
              <a:gd name="connsiteY5" fmla="*/ 498 h 2974704"/>
              <a:gd name="connsiteX6" fmla="*/ 2213696 w 2770936"/>
              <a:gd name="connsiteY6" fmla="*/ 970262 h 2974704"/>
              <a:gd name="connsiteX7" fmla="*/ 2693684 w 2770936"/>
              <a:gd name="connsiteY7" fmla="*/ 1418560 h 2974704"/>
              <a:gd name="connsiteX8" fmla="*/ 2770935 w 2770936"/>
              <a:gd name="connsiteY8" fmla="*/ 1501445 h 2974704"/>
              <a:gd name="connsiteX0" fmla="*/ 2770935 w 2770935"/>
              <a:gd name="connsiteY0" fmla="*/ 2974704 h 2974704"/>
              <a:gd name="connsiteX1" fmla="*/ 2756238 w 2770935"/>
              <a:gd name="connsiteY1" fmla="*/ 2970332 h 2974704"/>
              <a:gd name="connsiteX2" fmla="*/ 1283477 w 2770935"/>
              <a:gd name="connsiteY2" fmla="*/ 2073981 h 2974704"/>
              <a:gd name="connsiteX3" fmla="*/ 63098 w 2770935"/>
              <a:gd name="connsiteY3" fmla="*/ 106111 h 2974704"/>
              <a:gd name="connsiteX4" fmla="*/ 371526 w 2770935"/>
              <a:gd name="connsiteY4" fmla="*/ 498 h 2974704"/>
              <a:gd name="connsiteX5" fmla="*/ 2213696 w 2770935"/>
              <a:gd name="connsiteY5" fmla="*/ 970262 h 2974704"/>
              <a:gd name="connsiteX6" fmla="*/ 2693684 w 2770935"/>
              <a:gd name="connsiteY6" fmla="*/ 1418560 h 2974704"/>
              <a:gd name="connsiteX7" fmla="*/ 2770935 w 2770935"/>
              <a:gd name="connsiteY7" fmla="*/ 1501445 h 297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70935" h="2974704">
                <a:moveTo>
                  <a:pt x="2770935" y="2974704"/>
                </a:moveTo>
                <a:lnTo>
                  <a:pt x="2756238" y="2970332"/>
                </a:lnTo>
                <a:cubicBezTo>
                  <a:pt x="2344975" y="2832286"/>
                  <a:pt x="1811526" y="2516752"/>
                  <a:pt x="1283477" y="2073981"/>
                </a:cubicBezTo>
                <a:cubicBezTo>
                  <a:pt x="353258" y="1295389"/>
                  <a:pt x="-192926" y="405569"/>
                  <a:pt x="63098" y="106111"/>
                </a:cubicBezTo>
                <a:cubicBezTo>
                  <a:pt x="124970" y="29107"/>
                  <a:pt x="231647" y="-4582"/>
                  <a:pt x="371526" y="498"/>
                </a:cubicBezTo>
                <a:cubicBezTo>
                  <a:pt x="791165" y="15738"/>
                  <a:pt x="1509632" y="379901"/>
                  <a:pt x="2213696" y="970262"/>
                </a:cubicBezTo>
                <a:cubicBezTo>
                  <a:pt x="2388112" y="1117853"/>
                  <a:pt x="2549027" y="1268752"/>
                  <a:pt x="2693684" y="1418560"/>
                </a:cubicBezTo>
                <a:lnTo>
                  <a:pt x="2770935" y="1501445"/>
                </a:lnTo>
              </a:path>
            </a:pathLst>
          </a:custGeom>
          <a:noFill/>
          <a:ln w="9525" cap="flat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noProof="0" dirty="0"/>
          </a:p>
        </p:txBody>
      </p:sp>
      <p:sp>
        <p:nvSpPr>
          <p:cNvPr id="24" name="Espace réservé pour une image  23"/>
          <p:cNvSpPr>
            <a:spLocks noGrp="1"/>
          </p:cNvSpPr>
          <p:nvPr>
            <p:ph type="pic" sz="quarter" idx="16"/>
          </p:nvPr>
        </p:nvSpPr>
        <p:spPr>
          <a:xfrm>
            <a:off x="6658494" y="1512888"/>
            <a:ext cx="2485505" cy="2994025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Espace réservé du pied de page 30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32" name="Espace réservé du numéro de diapositive 31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8167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Grey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2931" y="535782"/>
            <a:ext cx="2620169" cy="664797"/>
          </a:xfrm>
        </p:spPr>
        <p:txBody>
          <a:bodyPr wrap="square">
            <a:spAutoFit/>
          </a:bodyPr>
          <a:lstStyle/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93725" y="1875177"/>
            <a:ext cx="2619375" cy="2632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1"/>
            <a:r>
              <a:rPr lang="en-US" noProof="0" dirty="0" err="1"/>
              <a:t>Deuxième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Quatrième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Cinquième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7" name="Espace réservé du texte 7"/>
          <p:cNvSpPr>
            <a:spLocks noGrp="1"/>
          </p:cNvSpPr>
          <p:nvPr>
            <p:ph type="body" sz="quarter" idx="14"/>
          </p:nvPr>
        </p:nvSpPr>
        <p:spPr>
          <a:xfrm>
            <a:off x="3805805" y="927525"/>
            <a:ext cx="2619375" cy="248402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5"/>
          </p:nvPr>
        </p:nvSpPr>
        <p:spPr>
          <a:xfrm>
            <a:off x="593725" y="1367999"/>
            <a:ext cx="2619375" cy="52540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12" name="Espace réservé du texte 7"/>
          <p:cNvSpPr>
            <a:spLocks noGrp="1"/>
          </p:cNvSpPr>
          <p:nvPr>
            <p:ph type="body" sz="quarter" idx="16"/>
          </p:nvPr>
        </p:nvSpPr>
        <p:spPr>
          <a:xfrm>
            <a:off x="3810193" y="1249224"/>
            <a:ext cx="2291126" cy="14357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90000" tIns="108000" rIns="90000" bIns="10800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Ubuntu" panose="020B0504030602030204" pitchFamily="34" charset="0"/>
              <a:buNone/>
              <a:tabLst/>
              <a:defRPr sz="1000" b="1"/>
            </a:lvl1pPr>
            <a:lvl2pPr>
              <a:spcBef>
                <a:spcPts val="450"/>
              </a:spcBef>
              <a:defRPr sz="7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marL="0" marR="0" lvl="1" indent="-8280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Ubuntu" panose="020B0504030602030204" pitchFamily="34" charset="0"/>
              <a:buChar char="-"/>
              <a:tabLst/>
              <a:defRPr/>
            </a:pPr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17" name="Espace réservé du texte 7"/>
          <p:cNvSpPr>
            <a:spLocks noGrp="1"/>
          </p:cNvSpPr>
          <p:nvPr>
            <p:ph type="body" sz="quarter" idx="17"/>
          </p:nvPr>
        </p:nvSpPr>
        <p:spPr>
          <a:xfrm>
            <a:off x="6260737" y="1249224"/>
            <a:ext cx="2291126" cy="14357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90000" tIns="108000" rIns="90000" bIns="10800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Ubuntu" panose="020B0504030602030204" pitchFamily="34" charset="0"/>
              <a:buNone/>
              <a:tabLst/>
              <a:defRPr sz="1000" b="1"/>
            </a:lvl1pPr>
            <a:lvl2pPr>
              <a:spcBef>
                <a:spcPts val="450"/>
              </a:spcBef>
              <a:defRPr sz="7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marL="0" marR="0" lvl="1" indent="-8280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Ubuntu" panose="020B0504030602030204" pitchFamily="34" charset="0"/>
              <a:buChar char="-"/>
              <a:tabLst/>
              <a:defRPr/>
            </a:pPr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18" name="Espace réservé du texte 7"/>
          <p:cNvSpPr>
            <a:spLocks noGrp="1"/>
          </p:cNvSpPr>
          <p:nvPr>
            <p:ph type="body" sz="quarter" idx="18"/>
          </p:nvPr>
        </p:nvSpPr>
        <p:spPr>
          <a:xfrm>
            <a:off x="3810193" y="2868211"/>
            <a:ext cx="2291126" cy="14357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90000" tIns="108000" rIns="90000" bIns="10800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Ubuntu" panose="020B0504030602030204" pitchFamily="34" charset="0"/>
              <a:buNone/>
              <a:tabLst/>
              <a:defRPr sz="1000" b="1"/>
            </a:lvl1pPr>
            <a:lvl2pPr>
              <a:spcBef>
                <a:spcPts val="450"/>
              </a:spcBef>
              <a:defRPr sz="7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marL="0" marR="0" lvl="1" indent="-8280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Ubuntu" panose="020B0504030602030204" pitchFamily="34" charset="0"/>
              <a:buChar char="-"/>
              <a:tabLst/>
              <a:defRPr/>
            </a:pPr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19" name="Espace réservé du texte 7"/>
          <p:cNvSpPr>
            <a:spLocks noGrp="1"/>
          </p:cNvSpPr>
          <p:nvPr>
            <p:ph type="body" sz="quarter" idx="19"/>
          </p:nvPr>
        </p:nvSpPr>
        <p:spPr>
          <a:xfrm>
            <a:off x="6260737" y="2868211"/>
            <a:ext cx="2291126" cy="14357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90000" tIns="108000" rIns="90000" bIns="10800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Ubuntu" panose="020B0504030602030204" pitchFamily="34" charset="0"/>
              <a:buNone/>
              <a:tabLst/>
              <a:defRPr sz="1000" b="1"/>
            </a:lvl1pPr>
            <a:lvl2pPr>
              <a:spcBef>
                <a:spcPts val="450"/>
              </a:spcBef>
              <a:defRPr sz="7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marL="0" marR="0" lvl="1" indent="-8280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Ubuntu" panose="020B0504030602030204" pitchFamily="34" charset="0"/>
              <a:buChar char="-"/>
              <a:tabLst/>
              <a:defRPr/>
            </a:pPr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857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2931" y="535782"/>
            <a:ext cx="2620169" cy="664797"/>
          </a:xfrm>
        </p:spPr>
        <p:txBody>
          <a:bodyPr wrap="square">
            <a:spAutoFit/>
          </a:bodyPr>
          <a:lstStyle/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93725" y="1875177"/>
            <a:ext cx="2619375" cy="2632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1"/>
            <a:r>
              <a:rPr lang="en-US" noProof="0" dirty="0" err="1"/>
              <a:t>Deuxième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Quatrième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Cinquième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5"/>
          </p:nvPr>
        </p:nvSpPr>
        <p:spPr>
          <a:xfrm>
            <a:off x="593725" y="1368000"/>
            <a:ext cx="2619375" cy="52540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6"/>
          </p:nvPr>
        </p:nvSpPr>
        <p:spPr>
          <a:xfrm>
            <a:off x="3514725" y="585788"/>
            <a:ext cx="5037138" cy="3921125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7854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2931" y="535782"/>
            <a:ext cx="2620169" cy="664797"/>
          </a:xfrm>
        </p:spPr>
        <p:txBody>
          <a:bodyPr wrap="square">
            <a:spAutoFit/>
          </a:bodyPr>
          <a:lstStyle/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93725" y="1875177"/>
            <a:ext cx="3762375" cy="2632075"/>
          </a:xfrm>
          <a:prstGeom prst="rect">
            <a:avLst/>
          </a:prstGeom>
        </p:spPr>
        <p:txBody>
          <a:bodyPr/>
          <a:lstStyle>
            <a:lvl1pPr>
              <a:tabLst/>
              <a:defRPr/>
            </a:lvl1pPr>
            <a:lvl2pPr>
              <a:tabLst/>
              <a:defRPr/>
            </a:lvl2pPr>
            <a:lvl3pPr>
              <a:tabLst/>
              <a:defRPr/>
            </a:lvl3pPr>
            <a:lvl4pPr>
              <a:tabLst/>
              <a:defRPr/>
            </a:lvl4pPr>
            <a:lvl5pPr>
              <a:tabLst/>
              <a:defRPr/>
            </a:lvl5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1"/>
            <a:r>
              <a:rPr lang="en-US" noProof="0" dirty="0" err="1"/>
              <a:t>Deuxième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Quatrième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Cinquième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5"/>
          </p:nvPr>
        </p:nvSpPr>
        <p:spPr>
          <a:xfrm>
            <a:off x="593725" y="1368000"/>
            <a:ext cx="2619375" cy="52540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16" name="Espace réservé pour une image  15"/>
          <p:cNvSpPr>
            <a:spLocks noGrp="1"/>
          </p:cNvSpPr>
          <p:nvPr>
            <p:ph type="pic" sz="quarter" idx="16"/>
          </p:nvPr>
        </p:nvSpPr>
        <p:spPr>
          <a:xfrm>
            <a:off x="4693395" y="0"/>
            <a:ext cx="4450605" cy="4816497"/>
          </a:xfrm>
          <a:custGeom>
            <a:avLst/>
            <a:gdLst>
              <a:gd name="connsiteX0" fmla="*/ 2194593 w 4450605"/>
              <a:gd name="connsiteY0" fmla="*/ 0 h 4816497"/>
              <a:gd name="connsiteX1" fmla="*/ 4450605 w 4450605"/>
              <a:gd name="connsiteY1" fmla="*/ 0 h 4816497"/>
              <a:gd name="connsiteX2" fmla="*/ 4450605 w 4450605"/>
              <a:gd name="connsiteY2" fmla="*/ 3897344 h 4816497"/>
              <a:gd name="connsiteX3" fmla="*/ 4384949 w 4450605"/>
              <a:gd name="connsiteY3" fmla="*/ 3950606 h 4816497"/>
              <a:gd name="connsiteX4" fmla="*/ 2146245 w 4450605"/>
              <a:gd name="connsiteY4" fmla="*/ 4812769 h 4816497"/>
              <a:gd name="connsiteX5" fmla="*/ 111834 w 4450605"/>
              <a:gd name="connsiteY5" fmla="*/ 2323260 h 4816497"/>
              <a:gd name="connsiteX6" fmla="*/ 2016850 w 4450605"/>
              <a:gd name="connsiteY6" fmla="*/ 92336 h 481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0605" h="4816497">
                <a:moveTo>
                  <a:pt x="2194593" y="0"/>
                </a:moveTo>
                <a:lnTo>
                  <a:pt x="4450605" y="0"/>
                </a:lnTo>
                <a:lnTo>
                  <a:pt x="4450605" y="3897344"/>
                </a:lnTo>
                <a:lnTo>
                  <a:pt x="4384949" y="3950606"/>
                </a:lnTo>
                <a:cubicBezTo>
                  <a:pt x="3727383" y="4448294"/>
                  <a:pt x="2929366" y="4774403"/>
                  <a:pt x="2146245" y="4812769"/>
                </a:cubicBezTo>
                <a:cubicBezTo>
                  <a:pt x="580004" y="4889500"/>
                  <a:pt x="-330800" y="3772632"/>
                  <a:pt x="111834" y="2323260"/>
                </a:cubicBezTo>
                <a:cubicBezTo>
                  <a:pt x="383160" y="1417402"/>
                  <a:pt x="1119995" y="598134"/>
                  <a:pt x="2016850" y="9233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noProof="0" dirty="0"/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8558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17"/>
          <p:cNvSpPr>
            <a:spLocks noGrp="1"/>
          </p:cNvSpPr>
          <p:nvPr>
            <p:ph type="pic" sz="quarter" idx="20"/>
          </p:nvPr>
        </p:nvSpPr>
        <p:spPr>
          <a:xfrm>
            <a:off x="1" y="1"/>
            <a:ext cx="4435627" cy="4819877"/>
          </a:xfrm>
          <a:custGeom>
            <a:avLst/>
            <a:gdLst>
              <a:gd name="connsiteX0" fmla="*/ 0 w 4435627"/>
              <a:gd name="connsiteY0" fmla="*/ 0 h 4819877"/>
              <a:gd name="connsiteX1" fmla="*/ 2213472 w 4435627"/>
              <a:gd name="connsiteY1" fmla="*/ 0 h 4819877"/>
              <a:gd name="connsiteX2" fmla="*/ 2423366 w 4435627"/>
              <a:gd name="connsiteY2" fmla="*/ 108981 h 4819877"/>
              <a:gd name="connsiteX3" fmla="*/ 4324049 w 4435627"/>
              <a:gd name="connsiteY3" fmla="*/ 2333640 h 4819877"/>
              <a:gd name="connsiteX4" fmla="*/ 2294265 w 4435627"/>
              <a:gd name="connsiteY4" fmla="*/ 4816159 h 4819877"/>
              <a:gd name="connsiteX5" fmla="*/ 60655 w 4435627"/>
              <a:gd name="connsiteY5" fmla="*/ 3956417 h 4819877"/>
              <a:gd name="connsiteX6" fmla="*/ 0 w 4435627"/>
              <a:gd name="connsiteY6" fmla="*/ 3907239 h 4819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627" h="4819877">
                <a:moveTo>
                  <a:pt x="0" y="0"/>
                </a:moveTo>
                <a:lnTo>
                  <a:pt x="2213472" y="0"/>
                </a:lnTo>
                <a:lnTo>
                  <a:pt x="2423366" y="108981"/>
                </a:lnTo>
                <a:cubicBezTo>
                  <a:pt x="3318181" y="613359"/>
                  <a:pt x="4053340" y="1430326"/>
                  <a:pt x="4324049" y="2333640"/>
                </a:cubicBezTo>
                <a:cubicBezTo>
                  <a:pt x="4765675" y="3778942"/>
                  <a:pt x="3856944" y="4892675"/>
                  <a:pt x="2294265" y="4816159"/>
                </a:cubicBezTo>
                <a:cubicBezTo>
                  <a:pt x="1512926" y="4777901"/>
                  <a:pt x="716725" y="4452708"/>
                  <a:pt x="60655" y="3956417"/>
                </a:cubicBezTo>
                <a:lnTo>
                  <a:pt x="0" y="39072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noProof="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58531" y="535782"/>
            <a:ext cx="2620169" cy="664797"/>
          </a:xfrm>
        </p:spPr>
        <p:txBody>
          <a:bodyPr wrap="square">
            <a:spAutoFit/>
          </a:bodyPr>
          <a:lstStyle/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759325" y="1875177"/>
            <a:ext cx="3762375" cy="2632075"/>
          </a:xfrm>
          <a:prstGeom prst="rect">
            <a:avLst/>
          </a:prstGeom>
        </p:spPr>
        <p:txBody>
          <a:bodyPr/>
          <a:lstStyle>
            <a:lvl1pPr>
              <a:tabLst/>
              <a:defRPr/>
            </a:lvl1pPr>
            <a:lvl2pPr>
              <a:tabLst/>
              <a:defRPr/>
            </a:lvl2pPr>
            <a:lvl3pPr>
              <a:tabLst/>
              <a:defRPr/>
            </a:lvl3pPr>
            <a:lvl4pPr>
              <a:tabLst/>
              <a:defRPr/>
            </a:lvl4pPr>
            <a:lvl5pPr>
              <a:tabLst/>
              <a:defRPr/>
            </a:lvl5pPr>
          </a:lstStyle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1"/>
            <a:r>
              <a:rPr lang="en-US" noProof="0" dirty="0" err="1"/>
              <a:t>Deuxième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Quatrième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Cinquième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5"/>
          </p:nvPr>
        </p:nvSpPr>
        <p:spPr>
          <a:xfrm>
            <a:off x="4759325" y="1368000"/>
            <a:ext cx="2619375" cy="52540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noProof="0" dirty="0"/>
              <a:t>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A9FC1D-3DD2-4A92-9E3B-6AB9C514B013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84826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5" name="Texte du titre"/>
          <p:cNvSpPr>
            <a:spLocks noGrp="1"/>
          </p:cNvSpPr>
          <p:nvPr>
            <p:ph type="title"/>
          </p:nvPr>
        </p:nvSpPr>
        <p:spPr>
          <a:xfrm>
            <a:off x="1228725" y="1933194"/>
            <a:ext cx="3209925" cy="92333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t>Texte du titre</a:t>
            </a:r>
          </a:p>
        </p:txBody>
      </p:sp>
      <p:sp>
        <p:nvSpPr>
          <p:cNvPr id="186" name="Texte niveau 1…"/>
          <p:cNvSpPr>
            <a:spLocks noGrp="1"/>
          </p:cNvSpPr>
          <p:nvPr>
            <p:ph type="body" sz="quarter" idx="1"/>
          </p:nvPr>
        </p:nvSpPr>
        <p:spPr>
          <a:xfrm>
            <a:off x="1228725" y="3644775"/>
            <a:ext cx="3209926" cy="373950"/>
          </a:xfrm>
          <a:prstGeom prst="rect">
            <a:avLst/>
          </a:prstGeom>
        </p:spPr>
        <p:txBody>
          <a:bodyPr lIns="0" tIns="0" rIns="0" bIns="0"/>
          <a:lstStyle>
            <a:lvl1pPr>
              <a:defRPr sz="1300"/>
            </a:lvl1pPr>
            <a:lvl2pPr marL="0" indent="342900">
              <a:buSzTx/>
              <a:buNone/>
              <a:defRPr sz="1300"/>
            </a:lvl2pPr>
            <a:lvl3pPr marL="0" indent="685800">
              <a:buSzTx/>
              <a:buNone/>
              <a:defRPr sz="1300"/>
            </a:lvl3pPr>
            <a:lvl4pPr marL="0" indent="1028700">
              <a:buSzTx/>
              <a:buNone/>
              <a:defRPr sz="1300"/>
            </a:lvl4pPr>
            <a:lvl5pPr marL="0" indent="1371600">
              <a:buSzTx/>
              <a:buNone/>
              <a:defRPr sz="13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187" name="image2.png" descr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5099" y="489807"/>
            <a:ext cx="1812801" cy="576897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Numéro de diapositive"/>
          <p:cNvSpPr>
            <a:spLocks noGrp="1"/>
          </p:cNvSpPr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663601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xfrm>
            <a:off x="1228725" y="1933194"/>
            <a:ext cx="3209925" cy="92333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sz="quarter" idx="1"/>
          </p:nvPr>
        </p:nvSpPr>
        <p:spPr>
          <a:xfrm>
            <a:off x="1228725" y="3644775"/>
            <a:ext cx="3209926" cy="373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00"/>
            </a:lvl1pPr>
            <a:lvl2pPr indent="342900">
              <a:defRPr sz="1300"/>
            </a:lvl2pPr>
            <a:lvl3pPr indent="685800">
              <a:defRPr sz="1300"/>
            </a:lvl3pPr>
            <a:lvl4pPr marL="0" indent="1028700">
              <a:buSzTx/>
              <a:buNone/>
              <a:defRPr sz="1300"/>
            </a:lvl4pPr>
            <a:lvl5pPr indent="1371600">
              <a:defRPr sz="13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14" name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5099" y="489807"/>
            <a:ext cx="1812801" cy="576897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21903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ver_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0" y="0"/>
            <a:ext cx="5366512" cy="4751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9" h="19883" extrusionOk="0">
                <a:moveTo>
                  <a:pt x="11905" y="0"/>
                </a:moveTo>
                <a:lnTo>
                  <a:pt x="12651" y="553"/>
                </a:lnTo>
                <a:cubicBezTo>
                  <a:pt x="18262" y="4956"/>
                  <a:pt x="21600" y="10304"/>
                  <a:pt x="20787" y="14451"/>
                </a:cubicBezTo>
                <a:cubicBezTo>
                  <a:pt x="19642" y="20259"/>
                  <a:pt x="10637" y="21600"/>
                  <a:pt x="434" y="17549"/>
                </a:cubicBezTo>
                <a:lnTo>
                  <a:pt x="0" y="17370"/>
                </a:lnTo>
              </a:path>
            </a:pathLst>
          </a:custGeom>
          <a:ln w="12700">
            <a:solidFill>
              <a:srgbClr val="00DFFF"/>
            </a:solidFill>
          </a:ln>
        </p:spPr>
        <p:txBody>
          <a:bodyPr lIns="45719" rIns="45719"/>
          <a:lstStyle/>
          <a:p>
            <a:pPr>
              <a:defRPr sz="1000"/>
            </a:pP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title"/>
          </p:nvPr>
        </p:nvSpPr>
        <p:spPr>
          <a:xfrm>
            <a:off x="1228725" y="1933194"/>
            <a:ext cx="3209925" cy="92333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1228725" y="3644775"/>
            <a:ext cx="3209926" cy="373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00"/>
            </a:lvl1pPr>
            <a:lvl2pPr indent="342900">
              <a:defRPr sz="1300"/>
            </a:lvl2pPr>
            <a:lvl3pPr indent="685800">
              <a:defRPr sz="1300"/>
            </a:lvl3pPr>
            <a:lvl4pPr marL="0" indent="1028700">
              <a:buSzTx/>
              <a:buNone/>
              <a:defRPr sz="1300"/>
            </a:lvl4pPr>
            <a:lvl5pPr indent="1371600">
              <a:defRPr sz="13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25" name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5099" y="489807"/>
            <a:ext cx="1812801" cy="576897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935251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ver_Color backgrou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0" y="0"/>
            <a:ext cx="5366512" cy="4751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9" h="19883" extrusionOk="0">
                <a:moveTo>
                  <a:pt x="0" y="0"/>
                </a:moveTo>
                <a:lnTo>
                  <a:pt x="11905" y="0"/>
                </a:lnTo>
                <a:lnTo>
                  <a:pt x="12651" y="553"/>
                </a:lnTo>
                <a:cubicBezTo>
                  <a:pt x="18262" y="4956"/>
                  <a:pt x="21600" y="10304"/>
                  <a:pt x="20787" y="14451"/>
                </a:cubicBezTo>
                <a:cubicBezTo>
                  <a:pt x="19642" y="20259"/>
                  <a:pt x="10637" y="21600"/>
                  <a:pt x="434" y="17549"/>
                </a:cubicBezTo>
                <a:lnTo>
                  <a:pt x="0" y="1737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000"/>
            </a:pPr>
            <a:endParaRPr/>
          </a:p>
        </p:txBody>
      </p:sp>
      <p:sp>
        <p:nvSpPr>
          <p:cNvPr id="34" name="Shape 34"/>
          <p:cNvSpPr>
            <a:spLocks noGrp="1"/>
          </p:cNvSpPr>
          <p:nvPr>
            <p:ph type="title"/>
          </p:nvPr>
        </p:nvSpPr>
        <p:spPr>
          <a:xfrm>
            <a:off x="1228725" y="1933194"/>
            <a:ext cx="3209925" cy="92333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sz="quarter" idx="1"/>
          </p:nvPr>
        </p:nvSpPr>
        <p:spPr>
          <a:xfrm>
            <a:off x="1228725" y="3644775"/>
            <a:ext cx="3209926" cy="373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00"/>
            </a:lvl1pPr>
            <a:lvl2pPr indent="342900">
              <a:defRPr sz="1300"/>
            </a:lvl2pPr>
            <a:lvl3pPr indent="685800">
              <a:defRPr sz="1300"/>
            </a:lvl3pPr>
            <a:lvl4pPr marL="0" indent="1028700">
              <a:buSzTx/>
              <a:buNone/>
              <a:defRPr sz="1300"/>
            </a:lvl4pPr>
            <a:lvl5pPr indent="1371600">
              <a:defRPr sz="13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36" name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5099" y="489807"/>
            <a:ext cx="1812801" cy="57689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4437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593725" y="1136880"/>
            <a:ext cx="7957344" cy="253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355600" algn="l"/>
                <a:tab pos="3225800" algn="l"/>
              </a:tabLst>
              <a:defRPr sz="2400"/>
            </a:lvl1pPr>
            <a:lvl2pPr>
              <a:tabLst>
                <a:tab pos="355600" algn="l"/>
                <a:tab pos="3225800" algn="l"/>
              </a:tabLst>
              <a:defRPr sz="2400"/>
            </a:lvl2pPr>
            <a:lvl3pPr>
              <a:tabLst>
                <a:tab pos="355600" algn="l"/>
                <a:tab pos="3225800" algn="l"/>
              </a:tabLst>
              <a:defRPr sz="2400"/>
            </a:lvl3pPr>
            <a:lvl4pPr marL="161999" indent="-242999">
              <a:tabLst>
                <a:tab pos="355600" algn="l"/>
                <a:tab pos="3225800" algn="l"/>
              </a:tabLst>
              <a:defRPr sz="2400"/>
            </a:lvl4pPr>
            <a:lvl5pPr>
              <a:tabLst>
                <a:tab pos="355600" algn="l"/>
                <a:tab pos="3225800" algn="l"/>
              </a:tabLst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6" name="Shape 4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8273540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e of contents_Color">
    <p:bg>
      <p:bgPr>
        <a:solidFill>
          <a:srgbClr val="23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hape 54"/>
          <p:cNvSpPr>
            <a:spLocks noGrp="1"/>
          </p:cNvSpPr>
          <p:nvPr>
            <p:ph type="body" idx="1"/>
          </p:nvPr>
        </p:nvSpPr>
        <p:spPr>
          <a:xfrm>
            <a:off x="593725" y="1136880"/>
            <a:ext cx="7957344" cy="253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355600" algn="l"/>
                <a:tab pos="3225800" algn="l"/>
              </a:tabLst>
              <a:defRPr sz="2400">
                <a:solidFill>
                  <a:srgbClr val="FFFFFF"/>
                </a:solidFill>
              </a:defRPr>
            </a:lvl1pPr>
            <a:lvl2pPr>
              <a:tabLst>
                <a:tab pos="355600" algn="l"/>
                <a:tab pos="3225800" algn="l"/>
              </a:tabLst>
              <a:defRPr sz="2400">
                <a:solidFill>
                  <a:srgbClr val="FFFFFF"/>
                </a:solidFill>
              </a:defRPr>
            </a:lvl2pPr>
            <a:lvl3pPr>
              <a:tabLst>
                <a:tab pos="355600" algn="l"/>
                <a:tab pos="3225800" algn="l"/>
              </a:tabLst>
              <a:defRPr sz="2400">
                <a:solidFill>
                  <a:srgbClr val="FFFFFF"/>
                </a:solidFill>
              </a:defRPr>
            </a:lvl3pPr>
            <a:lvl4pPr marL="161999" indent="-242999">
              <a:tabLst>
                <a:tab pos="355600" algn="l"/>
                <a:tab pos="3225800" algn="l"/>
              </a:tabLst>
              <a:defRPr sz="2400">
                <a:solidFill>
                  <a:srgbClr val="FFFFFF"/>
                </a:solidFill>
              </a:defRPr>
            </a:lvl4pPr>
            <a:lvl5pPr>
              <a:tabLst>
                <a:tab pos="355600" algn="l"/>
                <a:tab pos="3225800" algn="l"/>
              </a:tabLst>
              <a:defRPr sz="2400">
                <a:solidFill>
                  <a:srgbClr val="FFFFFF"/>
                </a:solidFill>
              </a:defRPr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55" name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3509" y="4636661"/>
            <a:ext cx="837118" cy="266401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4893355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xfrm>
            <a:off x="592931" y="145405"/>
            <a:ext cx="7958139" cy="65240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3400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1pPr>
          </a:lstStyle>
          <a:p>
            <a:r>
              <a:t>Texte du titre</a:t>
            </a:r>
          </a:p>
        </p:txBody>
      </p:sp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xfrm>
            <a:off x="593725" y="1047750"/>
            <a:ext cx="7957344" cy="26320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200"/>
            </a:lvl1pPr>
            <a:lvl2pPr>
              <a:lnSpc>
                <a:spcPct val="120000"/>
              </a:lnSpc>
              <a:defRPr sz="3200"/>
            </a:lvl2pPr>
            <a:lvl3pPr>
              <a:lnSpc>
                <a:spcPct val="120000"/>
              </a:lnSpc>
              <a:defRPr sz="3200"/>
            </a:lvl3pPr>
            <a:lvl4pPr marL="242999" indent="-323999">
              <a:lnSpc>
                <a:spcPct val="120000"/>
              </a:lnSpc>
              <a:defRPr sz="3200"/>
            </a:lvl4pPr>
            <a:lvl5pPr>
              <a:lnSpc>
                <a:spcPct val="120000"/>
              </a:lnSpc>
              <a:defRPr sz="32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6" name="Shape 6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289375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tro_Color background">
    <p:bg>
      <p:bgPr>
        <a:solidFill>
          <a:srgbClr val="23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592931" y="535781"/>
            <a:ext cx="7958139" cy="17312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>
                <a:solidFill>
                  <a:srgbClr val="00DFFF"/>
                </a:solidFill>
                <a:latin typeface="Ubuntu"/>
                <a:ea typeface="Ubuntu"/>
                <a:cs typeface="Ubuntu"/>
                <a:sym typeface="Ubuntu"/>
              </a:defRPr>
            </a:lvl1pPr>
          </a:lstStyle>
          <a:p>
            <a:r>
              <a:t>Texte du titre</a:t>
            </a:r>
          </a:p>
        </p:txBody>
      </p:sp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593725" y="1047750"/>
            <a:ext cx="7957344" cy="26320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200">
                <a:solidFill>
                  <a:srgbClr val="FFFFFF"/>
                </a:solidFill>
              </a:defRPr>
            </a:lvl1pPr>
            <a:lvl2pPr>
              <a:lnSpc>
                <a:spcPct val="120000"/>
              </a:lnSpc>
              <a:defRPr sz="3200">
                <a:solidFill>
                  <a:srgbClr val="FFFFFF"/>
                </a:solidFill>
              </a:defRPr>
            </a:lvl2pPr>
            <a:lvl3pPr>
              <a:lnSpc>
                <a:spcPct val="120000"/>
              </a:lnSpc>
              <a:defRPr sz="3200">
                <a:solidFill>
                  <a:srgbClr val="FFFFFF"/>
                </a:solidFill>
              </a:defRPr>
            </a:lvl3pPr>
            <a:lvl4pPr marL="242999" indent="-323999">
              <a:lnSpc>
                <a:spcPct val="120000"/>
              </a:lnSpc>
              <a:defRPr sz="3200">
                <a:solidFill>
                  <a:srgbClr val="FFFFFF"/>
                </a:solidFill>
              </a:defRPr>
            </a:lvl4pPr>
            <a:lvl5pPr>
              <a:lnSpc>
                <a:spcPct val="120000"/>
              </a:lnSpc>
              <a:defRPr sz="3200">
                <a:solidFill>
                  <a:srgbClr val="FFFFFF"/>
                </a:solidFill>
              </a:defRPr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76" name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3509" y="4636661"/>
            <a:ext cx="837118" cy="266401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Shape 7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2347313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igh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648419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94" name="Shape 94"/>
          <p:cNvSpPr>
            <a:spLocks noGrp="1"/>
          </p:cNvSpPr>
          <p:nvPr>
            <p:ph type="title"/>
          </p:nvPr>
        </p:nvSpPr>
        <p:spPr>
          <a:xfrm>
            <a:off x="5121062" y="1706399"/>
            <a:ext cx="3430801" cy="923331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879885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hape 103"/>
          <p:cNvSpPr/>
          <p:nvPr/>
        </p:nvSpPr>
        <p:spPr>
          <a:xfrm>
            <a:off x="0" y="384726"/>
            <a:ext cx="6196411" cy="4758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59" h="21594" extrusionOk="0">
                <a:moveTo>
                  <a:pt x="12042" y="0"/>
                </a:moveTo>
                <a:cubicBezTo>
                  <a:pt x="15751" y="-6"/>
                  <a:pt x="18691" y="1661"/>
                  <a:pt x="19888" y="4938"/>
                </a:cubicBezTo>
                <a:cubicBezTo>
                  <a:pt x="21600" y="9593"/>
                  <a:pt x="19349" y="16146"/>
                  <a:pt x="14681" y="21505"/>
                </a:cubicBezTo>
                <a:lnTo>
                  <a:pt x="14601" y="21594"/>
                </a:lnTo>
                <a:lnTo>
                  <a:pt x="0" y="21594"/>
                </a:lnTo>
                <a:lnTo>
                  <a:pt x="0" y="4776"/>
                </a:lnTo>
                <a:lnTo>
                  <a:pt x="1093" y="3968"/>
                </a:lnTo>
                <a:cubicBezTo>
                  <a:pt x="4897" y="1313"/>
                  <a:pt x="8769" y="5"/>
                  <a:pt x="12042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title"/>
          </p:nvPr>
        </p:nvSpPr>
        <p:spPr>
          <a:xfrm>
            <a:off x="592931" y="2581275"/>
            <a:ext cx="4198145" cy="70366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Ubuntu"/>
                <a:ea typeface="Ubuntu"/>
                <a:cs typeface="Ubuntu"/>
                <a:sym typeface="Ubuntu"/>
              </a:defRPr>
            </a:lvl1pPr>
          </a:lstStyle>
          <a:p>
            <a:r>
              <a:t>Texte du titre</a:t>
            </a:r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xfrm>
            <a:off x="592931" y="3454400"/>
            <a:ext cx="4197726" cy="5238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06" name="Shape 106"/>
          <p:cNvSpPr>
            <a:spLocks noGrp="1"/>
          </p:cNvSpPr>
          <p:nvPr>
            <p:ph type="body" sz="quarter" idx="13"/>
          </p:nvPr>
        </p:nvSpPr>
        <p:spPr>
          <a:xfrm>
            <a:off x="592931" y="1019215"/>
            <a:ext cx="1883569" cy="161582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0200">
                <a:latin typeface="Ubuntu Medium"/>
                <a:ea typeface="Ubuntu Medium"/>
                <a:cs typeface="Ubuntu Medium"/>
                <a:sym typeface="Ubuntu Medium"/>
              </a:defRPr>
            </a:pPr>
            <a:endParaRPr/>
          </a:p>
        </p:txBody>
      </p:sp>
      <p:pic>
        <p:nvPicPr>
          <p:cNvPr id="107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Shape 10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611338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Shape 116"/>
          <p:cNvSpPr>
            <a:spLocks noGrp="1"/>
          </p:cNvSpPr>
          <p:nvPr>
            <p:ph type="title"/>
          </p:nvPr>
        </p:nvSpPr>
        <p:spPr>
          <a:xfrm>
            <a:off x="592931" y="535781"/>
            <a:ext cx="2620169" cy="66479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</a:lstStyle>
          <a:p>
            <a:r>
              <a:t>Texte du titre</a:t>
            </a:r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593725" y="1875177"/>
            <a:ext cx="2619375" cy="263207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3"/>
          </p:nvPr>
        </p:nvSpPr>
        <p:spPr>
          <a:xfrm>
            <a:off x="3514725" y="1875177"/>
            <a:ext cx="2619375" cy="2632076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4"/>
          </p:nvPr>
        </p:nvSpPr>
        <p:spPr>
          <a:xfrm>
            <a:off x="593725" y="1367998"/>
            <a:ext cx="2619375" cy="33611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6515496" y="137824"/>
            <a:ext cx="2628504" cy="43647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18" h="20663" extrusionOk="0">
                <a:moveTo>
                  <a:pt x="19218" y="16702"/>
                </a:moveTo>
                <a:lnTo>
                  <a:pt x="17701" y="17439"/>
                </a:lnTo>
                <a:cubicBezTo>
                  <a:pt x="10983" y="20539"/>
                  <a:pt x="4494" y="21600"/>
                  <a:pt x="1547" y="19752"/>
                </a:cubicBezTo>
                <a:cubicBezTo>
                  <a:pt x="-2382" y="17287"/>
                  <a:pt x="1422" y="10580"/>
                  <a:pt x="10153" y="4762"/>
                </a:cubicBezTo>
                <a:cubicBezTo>
                  <a:pt x="12862" y="2943"/>
                  <a:pt x="15723" y="1429"/>
                  <a:pt x="18497" y="281"/>
                </a:cubicBezTo>
                <a:lnTo>
                  <a:pt x="19218" y="0"/>
                </a:lnTo>
              </a:path>
            </a:pathLst>
          </a:custGeom>
          <a:ln>
            <a:solidFill>
              <a:srgbClr val="00D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Shape 121"/>
          <p:cNvSpPr/>
          <p:nvPr/>
        </p:nvSpPr>
        <p:spPr>
          <a:xfrm>
            <a:off x="6373064" y="1630653"/>
            <a:ext cx="2770935" cy="2974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94" h="21567" extrusionOk="0">
                <a:moveTo>
                  <a:pt x="20194" y="21567"/>
                </a:moveTo>
                <a:lnTo>
                  <a:pt x="20087" y="21535"/>
                </a:lnTo>
                <a:cubicBezTo>
                  <a:pt x="17090" y="20534"/>
                  <a:pt x="13202" y="18247"/>
                  <a:pt x="9354" y="15037"/>
                </a:cubicBezTo>
                <a:cubicBezTo>
                  <a:pt x="2574" y="9392"/>
                  <a:pt x="-1406" y="2941"/>
                  <a:pt x="460" y="770"/>
                </a:cubicBezTo>
                <a:cubicBezTo>
                  <a:pt x="911" y="211"/>
                  <a:pt x="1688" y="-33"/>
                  <a:pt x="2708" y="4"/>
                </a:cubicBezTo>
                <a:cubicBezTo>
                  <a:pt x="5766" y="114"/>
                  <a:pt x="11002" y="2755"/>
                  <a:pt x="16133" y="7035"/>
                </a:cubicBezTo>
                <a:cubicBezTo>
                  <a:pt x="17404" y="8105"/>
                  <a:pt x="18577" y="9199"/>
                  <a:pt x="19631" y="10285"/>
                </a:cubicBezTo>
                <a:lnTo>
                  <a:pt x="20194" y="10886"/>
                </a:lnTo>
              </a:path>
            </a:pathLst>
          </a:custGeom>
          <a:ln>
            <a:solidFill>
              <a:schemeClr val="accent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" name="Shape 122"/>
          <p:cNvSpPr>
            <a:spLocks noGrp="1"/>
          </p:cNvSpPr>
          <p:nvPr>
            <p:ph type="pic" sz="quarter" idx="15"/>
          </p:nvPr>
        </p:nvSpPr>
        <p:spPr>
          <a:xfrm>
            <a:off x="6658494" y="1512887"/>
            <a:ext cx="2485506" cy="299402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3" name="Shape 123"/>
          <p:cNvSpPr>
            <a:spLocks noGrp="1"/>
          </p:cNvSpPr>
          <p:nvPr>
            <p:ph type="sldNum" sz="quarter" idx="2"/>
          </p:nvPr>
        </p:nvSpPr>
        <p:spPr>
          <a:xfrm>
            <a:off x="8728868" y="4698012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0334698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 Grey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hape 131"/>
          <p:cNvSpPr>
            <a:spLocks noGrp="1"/>
          </p:cNvSpPr>
          <p:nvPr>
            <p:ph type="title"/>
          </p:nvPr>
        </p:nvSpPr>
        <p:spPr>
          <a:xfrm>
            <a:off x="592931" y="535781"/>
            <a:ext cx="2620169" cy="66479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</a:lstStyle>
          <a:p>
            <a:r>
              <a:t>Texte du titre</a:t>
            </a:r>
          </a:p>
        </p:txBody>
      </p:sp>
      <p:sp>
        <p:nvSpPr>
          <p:cNvPr id="132" name="Shape 132"/>
          <p:cNvSpPr>
            <a:spLocks noGrp="1"/>
          </p:cNvSpPr>
          <p:nvPr>
            <p:ph type="body" sz="quarter" idx="1"/>
          </p:nvPr>
        </p:nvSpPr>
        <p:spPr>
          <a:xfrm>
            <a:off x="593725" y="1875177"/>
            <a:ext cx="2619375" cy="263207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3" name="Shape 133"/>
          <p:cNvSpPr>
            <a:spLocks noGrp="1"/>
          </p:cNvSpPr>
          <p:nvPr>
            <p:ph type="body" sz="quarter" idx="13"/>
          </p:nvPr>
        </p:nvSpPr>
        <p:spPr>
          <a:xfrm>
            <a:off x="3805804" y="927524"/>
            <a:ext cx="2619376" cy="138500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665226">
              <a:spcBef>
                <a:spcPts val="800"/>
              </a:spcBef>
              <a:defRPr sz="970" b="1">
                <a:solidFill>
                  <a:schemeClr val="accent6"/>
                </a:solidFill>
              </a:defRPr>
            </a:pPr>
            <a:endParaRPr/>
          </a:p>
        </p:txBody>
      </p:sp>
      <p:sp>
        <p:nvSpPr>
          <p:cNvPr id="134" name="Shape 134"/>
          <p:cNvSpPr>
            <a:spLocks noGrp="1"/>
          </p:cNvSpPr>
          <p:nvPr>
            <p:ph type="body" sz="quarter" idx="14"/>
          </p:nvPr>
        </p:nvSpPr>
        <p:spPr>
          <a:xfrm>
            <a:off x="593725" y="1367998"/>
            <a:ext cx="2619375" cy="33611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5"/>
          </p:nvPr>
        </p:nvSpPr>
        <p:spPr>
          <a:xfrm>
            <a:off x="3810193" y="1249224"/>
            <a:ext cx="2291127" cy="1435788"/>
          </a:xfrm>
          <a:prstGeom prst="rect">
            <a:avLst/>
          </a:prstGeom>
          <a:solidFill>
            <a:srgbClr val="DEDEDE"/>
          </a:solidFill>
        </p:spPr>
        <p:txBody>
          <a:bodyPr lIns="89999" tIns="89999" rIns="89999" bIns="89999">
            <a:normAutofit/>
          </a:bodyPr>
          <a:lstStyle/>
          <a:p>
            <a:pPr>
              <a:lnSpc>
                <a:spcPct val="90000"/>
              </a:lnSpc>
              <a:defRPr sz="1000" b="1"/>
            </a:pPr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6"/>
          </p:nvPr>
        </p:nvSpPr>
        <p:spPr>
          <a:xfrm>
            <a:off x="6260736" y="1249224"/>
            <a:ext cx="2291127" cy="1435788"/>
          </a:xfrm>
          <a:prstGeom prst="rect">
            <a:avLst/>
          </a:prstGeom>
          <a:solidFill>
            <a:srgbClr val="DEDEDE"/>
          </a:solidFill>
        </p:spPr>
        <p:txBody>
          <a:bodyPr lIns="89999" tIns="89999" rIns="89999" bIns="89999">
            <a:normAutofit/>
          </a:bodyPr>
          <a:lstStyle/>
          <a:p>
            <a:pPr>
              <a:lnSpc>
                <a:spcPct val="90000"/>
              </a:lnSpc>
              <a:defRPr sz="1000" b="1"/>
            </a:pPr>
            <a:endParaRPr/>
          </a:p>
        </p:txBody>
      </p:sp>
      <p:sp>
        <p:nvSpPr>
          <p:cNvPr id="137" name="Shape 137"/>
          <p:cNvSpPr>
            <a:spLocks noGrp="1"/>
          </p:cNvSpPr>
          <p:nvPr>
            <p:ph type="body" sz="quarter" idx="17"/>
          </p:nvPr>
        </p:nvSpPr>
        <p:spPr>
          <a:xfrm>
            <a:off x="3810193" y="2868210"/>
            <a:ext cx="2291127" cy="1435788"/>
          </a:xfrm>
          <a:prstGeom prst="rect">
            <a:avLst/>
          </a:prstGeom>
          <a:solidFill>
            <a:srgbClr val="DEDEDE"/>
          </a:solidFill>
        </p:spPr>
        <p:txBody>
          <a:bodyPr lIns="89999" tIns="89999" rIns="89999" bIns="89999">
            <a:normAutofit/>
          </a:bodyPr>
          <a:lstStyle/>
          <a:p>
            <a:pPr>
              <a:lnSpc>
                <a:spcPct val="90000"/>
              </a:lnSpc>
              <a:defRPr sz="1000" b="1"/>
            </a:pPr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8"/>
          </p:nvPr>
        </p:nvSpPr>
        <p:spPr>
          <a:xfrm>
            <a:off x="6260736" y="2868210"/>
            <a:ext cx="2291127" cy="1435788"/>
          </a:xfrm>
          <a:prstGeom prst="rect">
            <a:avLst/>
          </a:prstGeom>
          <a:solidFill>
            <a:srgbClr val="DEDEDE"/>
          </a:solidFill>
        </p:spPr>
        <p:txBody>
          <a:bodyPr lIns="89999" tIns="89999" rIns="89999" bIns="89999">
            <a:normAutofit/>
          </a:bodyPr>
          <a:lstStyle/>
          <a:p>
            <a:pPr>
              <a:lnSpc>
                <a:spcPct val="90000"/>
              </a:lnSpc>
              <a:defRPr sz="1000" b="1"/>
            </a:pPr>
            <a:endParaRPr/>
          </a:p>
        </p:txBody>
      </p:sp>
      <p:sp>
        <p:nvSpPr>
          <p:cNvPr id="139" name="Shape 139"/>
          <p:cNvSpPr>
            <a:spLocks noGrp="1"/>
          </p:cNvSpPr>
          <p:nvPr>
            <p:ph type="sldNum" sz="quarter" idx="2"/>
          </p:nvPr>
        </p:nvSpPr>
        <p:spPr>
          <a:xfrm>
            <a:off x="8728868" y="4698012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553062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Shape 147"/>
          <p:cNvSpPr>
            <a:spLocks noGrp="1"/>
          </p:cNvSpPr>
          <p:nvPr>
            <p:ph type="title"/>
          </p:nvPr>
        </p:nvSpPr>
        <p:spPr>
          <a:xfrm>
            <a:off x="592931" y="535781"/>
            <a:ext cx="2620169" cy="66479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</a:lstStyle>
          <a:p>
            <a:r>
              <a:t>Texte du titre</a:t>
            </a:r>
          </a:p>
        </p:txBody>
      </p:sp>
      <p:sp>
        <p:nvSpPr>
          <p:cNvPr id="148" name="Shape 148"/>
          <p:cNvSpPr>
            <a:spLocks noGrp="1"/>
          </p:cNvSpPr>
          <p:nvPr>
            <p:ph type="body" sz="quarter" idx="1"/>
          </p:nvPr>
        </p:nvSpPr>
        <p:spPr>
          <a:xfrm>
            <a:off x="593725" y="1875177"/>
            <a:ext cx="2619375" cy="263207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3"/>
          </p:nvPr>
        </p:nvSpPr>
        <p:spPr>
          <a:xfrm>
            <a:off x="593725" y="1368000"/>
            <a:ext cx="2619375" cy="3324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50" name="Shape 150"/>
          <p:cNvSpPr>
            <a:spLocks noGrp="1"/>
          </p:cNvSpPr>
          <p:nvPr>
            <p:ph type="sldNum" sz="quarter" idx="2"/>
          </p:nvPr>
        </p:nvSpPr>
        <p:spPr>
          <a:xfrm>
            <a:off x="8728868" y="4698012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5672230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Shape 158"/>
          <p:cNvSpPr>
            <a:spLocks noGrp="1"/>
          </p:cNvSpPr>
          <p:nvPr>
            <p:ph type="title"/>
          </p:nvPr>
        </p:nvSpPr>
        <p:spPr>
          <a:xfrm>
            <a:off x="592931" y="535781"/>
            <a:ext cx="2620169" cy="66479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</a:lstStyle>
          <a:p>
            <a:r>
              <a:t>Texte du titre</a:t>
            </a:r>
          </a:p>
        </p:txBody>
      </p:sp>
      <p:sp>
        <p:nvSpPr>
          <p:cNvPr id="159" name="Shape 159"/>
          <p:cNvSpPr>
            <a:spLocks noGrp="1"/>
          </p:cNvSpPr>
          <p:nvPr>
            <p:ph type="body" sz="half" idx="1"/>
          </p:nvPr>
        </p:nvSpPr>
        <p:spPr>
          <a:xfrm>
            <a:off x="593725" y="1875177"/>
            <a:ext cx="3762375" cy="263207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60" name="Shape 160"/>
          <p:cNvSpPr>
            <a:spLocks noGrp="1"/>
          </p:cNvSpPr>
          <p:nvPr>
            <p:ph type="body" sz="quarter" idx="13"/>
          </p:nvPr>
        </p:nvSpPr>
        <p:spPr>
          <a:xfrm>
            <a:off x="593725" y="1368000"/>
            <a:ext cx="2619375" cy="3324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61" name="Shape 161"/>
          <p:cNvSpPr>
            <a:spLocks noGrp="1"/>
          </p:cNvSpPr>
          <p:nvPr>
            <p:ph type="pic" idx="14"/>
          </p:nvPr>
        </p:nvSpPr>
        <p:spPr>
          <a:xfrm>
            <a:off x="4693394" y="0"/>
            <a:ext cx="4450606" cy="4816498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2" name="Shape 162"/>
          <p:cNvSpPr>
            <a:spLocks noGrp="1"/>
          </p:cNvSpPr>
          <p:nvPr>
            <p:ph type="sldNum" sz="quarter" idx="2"/>
          </p:nvPr>
        </p:nvSpPr>
        <p:spPr>
          <a:xfrm>
            <a:off x="8728868" y="4698012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581854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Shape 170"/>
          <p:cNvSpPr>
            <a:spLocks noGrp="1"/>
          </p:cNvSpPr>
          <p:nvPr>
            <p:ph type="pic" idx="13"/>
          </p:nvPr>
        </p:nvSpPr>
        <p:spPr>
          <a:xfrm>
            <a:off x="0" y="1"/>
            <a:ext cx="4435630" cy="4819878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" name="Shape 171"/>
          <p:cNvSpPr>
            <a:spLocks noGrp="1"/>
          </p:cNvSpPr>
          <p:nvPr>
            <p:ph type="title"/>
          </p:nvPr>
        </p:nvSpPr>
        <p:spPr>
          <a:xfrm>
            <a:off x="4758530" y="535781"/>
            <a:ext cx="2620170" cy="66479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</a:lstStyle>
          <a:p>
            <a:r>
              <a:t>Texte du titre</a:t>
            </a:r>
          </a:p>
        </p:txBody>
      </p:sp>
      <p:sp>
        <p:nvSpPr>
          <p:cNvPr id="172" name="Shape 172"/>
          <p:cNvSpPr>
            <a:spLocks noGrp="1"/>
          </p:cNvSpPr>
          <p:nvPr>
            <p:ph type="body" sz="half" idx="1"/>
          </p:nvPr>
        </p:nvSpPr>
        <p:spPr>
          <a:xfrm>
            <a:off x="4759325" y="1875177"/>
            <a:ext cx="3762375" cy="263207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73" name="Shape 173"/>
          <p:cNvSpPr>
            <a:spLocks noGrp="1"/>
          </p:cNvSpPr>
          <p:nvPr>
            <p:ph type="body" sz="quarter" idx="14"/>
          </p:nvPr>
        </p:nvSpPr>
        <p:spPr>
          <a:xfrm>
            <a:off x="4759325" y="1368000"/>
            <a:ext cx="2619375" cy="3324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sldNum" sz="quarter" idx="2"/>
          </p:nvPr>
        </p:nvSpPr>
        <p:spPr>
          <a:xfrm>
            <a:off x="8728868" y="4698012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88846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title"/>
          </p:nvPr>
        </p:nvSpPr>
        <p:spPr>
          <a:xfrm>
            <a:off x="1228725" y="1933194"/>
            <a:ext cx="3209925" cy="923330"/>
          </a:xfrm>
          <a:prstGeom prst="rect">
            <a:avLst/>
          </a:prstGeom>
        </p:spPr>
        <p:txBody>
          <a:bodyPr/>
          <a:lstStyle>
            <a:lvl1pPr>
              <a:defRPr>
                <a:latin typeface="Ubuntu"/>
                <a:ea typeface="Ubuntu"/>
                <a:cs typeface="Ubuntu"/>
                <a:sym typeface="Ubuntu"/>
              </a:defRPr>
            </a:lvl1pPr>
          </a:lstStyle>
          <a:p>
            <a:r>
              <a:t>Texte du titre</a:t>
            </a:r>
          </a:p>
        </p:txBody>
      </p:sp>
      <p:sp>
        <p:nvSpPr>
          <p:cNvPr id="183" name="Shape 183"/>
          <p:cNvSpPr>
            <a:spLocks noGrp="1"/>
          </p:cNvSpPr>
          <p:nvPr>
            <p:ph type="body" sz="quarter" idx="1"/>
          </p:nvPr>
        </p:nvSpPr>
        <p:spPr>
          <a:xfrm>
            <a:off x="1228725" y="3644775"/>
            <a:ext cx="3209926" cy="373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00"/>
            </a:lvl1pPr>
            <a:lvl2pPr indent="342900">
              <a:defRPr sz="1300"/>
            </a:lvl2pPr>
            <a:lvl3pPr indent="685800">
              <a:defRPr sz="1300"/>
            </a:lvl3pPr>
            <a:lvl4pPr marL="0" indent="1028700">
              <a:buSzTx/>
              <a:buNone/>
              <a:defRPr sz="1300"/>
            </a:lvl4pPr>
            <a:lvl5pPr indent="1371600">
              <a:defRPr sz="13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184" name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5099" y="489807"/>
            <a:ext cx="1812801" cy="576897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Shape 1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938523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Intro_Color background">
    <p:bg>
      <p:bgPr>
        <a:solidFill>
          <a:srgbClr val="23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09" y="4635761"/>
            <a:ext cx="839947" cy="2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Shape 193"/>
          <p:cNvSpPr>
            <a:spLocks noGrp="1"/>
          </p:cNvSpPr>
          <p:nvPr>
            <p:ph type="title"/>
          </p:nvPr>
        </p:nvSpPr>
        <p:spPr>
          <a:xfrm>
            <a:off x="592931" y="380525"/>
            <a:ext cx="7958139" cy="52959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400">
                <a:solidFill>
                  <a:srgbClr val="00DFFF"/>
                </a:solidFill>
                <a:latin typeface="Ubuntu"/>
                <a:ea typeface="Ubuntu"/>
                <a:cs typeface="Ubuntu"/>
                <a:sym typeface="Ubuntu"/>
              </a:defRPr>
            </a:lvl1pPr>
          </a:lstStyle>
          <a:p>
            <a:r>
              <a:t>Texte du titre</a:t>
            </a:r>
          </a:p>
        </p:txBody>
      </p:sp>
      <p:sp>
        <p:nvSpPr>
          <p:cNvPr id="194" name="Shape 194"/>
          <p:cNvSpPr>
            <a:spLocks noGrp="1"/>
          </p:cNvSpPr>
          <p:nvPr>
            <p:ph type="body" idx="1"/>
          </p:nvPr>
        </p:nvSpPr>
        <p:spPr>
          <a:xfrm>
            <a:off x="593328" y="1599460"/>
            <a:ext cx="7957344" cy="26320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>
                <a:solidFill>
                  <a:srgbClr val="FFFFFF"/>
                </a:solidFill>
              </a:defRPr>
            </a:lvl1pPr>
            <a:lvl2pPr>
              <a:lnSpc>
                <a:spcPct val="120000"/>
              </a:lnSpc>
              <a:defRPr sz="2400">
                <a:solidFill>
                  <a:srgbClr val="FFFFFF"/>
                </a:solidFill>
              </a:defRPr>
            </a:lvl2pPr>
            <a:lvl3pPr>
              <a:lnSpc>
                <a:spcPct val="120000"/>
              </a:lnSpc>
              <a:defRPr sz="2400">
                <a:solidFill>
                  <a:srgbClr val="FFFFFF"/>
                </a:solidFill>
              </a:defRPr>
            </a:lvl3pPr>
            <a:lvl4pPr marL="0" indent="-80999">
              <a:lnSpc>
                <a:spcPct val="120000"/>
              </a:lnSpc>
              <a:buSzTx/>
              <a:buNone/>
              <a:defRPr sz="2400">
                <a:solidFill>
                  <a:srgbClr val="FFFFFF"/>
                </a:solidFill>
              </a:defRPr>
            </a:lvl4pPr>
            <a:lvl5pPr>
              <a:lnSpc>
                <a:spcPct val="120000"/>
              </a:lnSpc>
              <a:defRPr sz="2400">
                <a:solidFill>
                  <a:srgbClr val="FFFFFF"/>
                </a:solidFill>
              </a:defRPr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195" name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3509" y="4636661"/>
            <a:ext cx="837118" cy="266401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Shape 19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93293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2931" y="535782"/>
            <a:ext cx="7958138" cy="7036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464969" y="4698013"/>
            <a:ext cx="3086100" cy="121187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CONFIDENTIAL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6553" y="4698013"/>
            <a:ext cx="239316" cy="1211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fld id="{65A9FC1D-3DD2-4A92-9E3B-6AB9C514B013}" type="slidenum">
              <a:rPr lang="fr-FR" smtClean="0"/>
              <a:pPr/>
              <a:t>‹nº›</a:t>
            </a:fld>
            <a:endParaRPr lang="fr-FR" dirty="0"/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509" y="4635762"/>
            <a:ext cx="839946" cy="2673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6800" rIns="9144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06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64" r:id="rId4"/>
    <p:sldLayoutId id="2147483665" r:id="rId5"/>
    <p:sldLayoutId id="2147483653" r:id="rId6"/>
    <p:sldLayoutId id="2147483654" r:id="rId7"/>
    <p:sldLayoutId id="2147483650" r:id="rId8"/>
    <p:sldLayoutId id="2147483656" r:id="rId9"/>
    <p:sldLayoutId id="2147483662" r:id="rId10"/>
    <p:sldLayoutId id="2147483663" r:id="rId11"/>
    <p:sldLayoutId id="2147483657" r:id="rId12"/>
    <p:sldLayoutId id="2147483655" r:id="rId13"/>
    <p:sldLayoutId id="2147483660" r:id="rId14"/>
    <p:sldLayoutId id="2147483658" r:id="rId15"/>
    <p:sldLayoutId id="2147483659" r:id="rId16"/>
    <p:sldLayoutId id="2147483661" r:id="rId17"/>
    <p:sldLayoutId id="2147483669" r:id="rId1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685800" rtl="0" eaLnBrk="1" fontAlgn="auto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/>
        </a:buClr>
        <a:buSzTx/>
        <a:buFont typeface="Arial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685800" rtl="0" eaLnBrk="1" latinLnBrk="0" hangingPunct="1">
        <a:lnSpc>
          <a:spcPct val="100000"/>
        </a:lnSpc>
        <a:spcBef>
          <a:spcPts val="900"/>
        </a:spcBef>
        <a:buClr>
          <a:schemeClr val="tx1"/>
        </a:buClr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685800" rtl="0" eaLnBrk="1" latinLnBrk="0" hangingPunct="1">
        <a:lnSpc>
          <a:spcPct val="100000"/>
        </a:lnSpc>
        <a:spcBef>
          <a:spcPts val="450"/>
        </a:spcBef>
        <a:buClr>
          <a:schemeClr val="tx1"/>
        </a:buClr>
        <a:buFont typeface="Arial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79388" algn="l" defTabSz="685800" rtl="0" eaLnBrk="1" latinLnBrk="0" hangingPunct="1">
        <a:lnSpc>
          <a:spcPct val="100000"/>
        </a:lnSpc>
        <a:spcBef>
          <a:spcPts val="0"/>
        </a:spcBef>
        <a:buFont typeface="Arial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9800" indent="-180975" algn="l" defTabSz="685800" rtl="0" eaLnBrk="1" latinLnBrk="0" hangingPunct="1">
        <a:lnSpc>
          <a:spcPct val="100000"/>
        </a:lnSpc>
        <a:spcBef>
          <a:spcPts val="0"/>
        </a:spcBef>
        <a:buFont typeface="Arial" charset="0"/>
        <a:buChar char="•"/>
        <a:tabLst/>
        <a:defRPr sz="140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69" userDrawn="1">
          <p15:clr>
            <a:srgbClr val="F26B43"/>
          </p15:clr>
        </p15:guide>
        <p15:guide id="2" pos="374" userDrawn="1">
          <p15:clr>
            <a:srgbClr val="F26B43"/>
          </p15:clr>
        </p15:guide>
        <p15:guide id="3" pos="538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228724" y="1706399"/>
            <a:ext cx="3430800" cy="923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Texte du titre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7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670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</p:sldLayoutIdLst>
  <p:transition spd="med"/>
  <p:txStyles>
    <p:titleStyle>
      <a:lvl1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1pPr>
      <a:lvl2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2pPr>
      <a:lvl3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3pPr>
      <a:lvl4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4pPr>
      <a:lvl5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5pPr>
      <a:lvl6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6pPr>
      <a:lvl7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7pPr>
      <a:lvl8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8pPr>
      <a:lvl9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 Medium"/>
          <a:ea typeface="Ubuntu Medium"/>
          <a:cs typeface="Ubuntu Medium"/>
          <a:sym typeface="Ubuntu Medium"/>
        </a:defRPr>
      </a:lvl9pPr>
    </p:titleStyle>
    <p:bodyStyle>
      <a:lvl1pPr marL="0" marR="0" indent="0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1pPr>
      <a:lvl2pPr marL="0" marR="0" indent="0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2pPr>
      <a:lvl3pPr marL="0" marR="0" indent="0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3pPr>
      <a:lvl4pPr marL="40499" marR="0" indent="-121499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-"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4pPr>
      <a:lvl5pPr marL="0" marR="0" indent="0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5pPr>
      <a:lvl6pPr marL="1872761" marR="0" indent="-158261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6pPr>
      <a:lvl7pPr marL="2215661" marR="0" indent="-158261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7pPr>
      <a:lvl8pPr marL="2558561" marR="0" indent="-158261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8pPr>
      <a:lvl9pPr marL="2901461" marR="0" indent="-158261" algn="l" defTabSz="685800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30066"/>
          </a:solidFill>
          <a:uFillTx/>
          <a:latin typeface="Ubuntu"/>
          <a:ea typeface="Ubuntu"/>
          <a:cs typeface="Ubuntu"/>
          <a:sym typeface="Ubuntu"/>
        </a:defRPr>
      </a:lvl9pPr>
    </p:bodyStyle>
    <p:otherStyle>
      <a:lvl1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1pPr>
      <a:lvl2pPr marL="0" marR="0" indent="3429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2pPr>
      <a:lvl3pPr marL="0" marR="0" indent="6858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3pPr>
      <a:lvl4pPr marL="0" marR="0" indent="10287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4pPr>
      <a:lvl5pPr marL="0" marR="0" indent="13716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5pPr>
      <a:lvl6pPr marL="0" marR="0" indent="17145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6pPr>
      <a:lvl7pPr marL="0" marR="0" indent="20574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7pPr>
      <a:lvl8pPr marL="0" marR="0" indent="24003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8pPr>
      <a:lvl9pPr marL="0" marR="0" indent="27432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Ubuntu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releq/sipy-workshop" TargetMode="External"/><Relationship Id="rId2" Type="http://schemas.openxmlformats.org/officeDocument/2006/relationships/hyperlink" Target="http://www.atom.io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maps.googleapis.com/maps/api/staticmap?center=%7blat%7d,%7blng%7d&amp;zoom=13&amp;scale=1&amp;size=600x300&amp;maptype=roadmap&amp;format=png&amp;visual_refresh=true" TargetMode="Externa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ackend.sigfox.com/apidocs/callback" TargetMode="External"/><Relationship Id="rId2" Type="http://schemas.openxmlformats.org/officeDocument/2006/relationships/hyperlink" Target="https://pycom.io/hardware/sipy-specs/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luisomoreau/iot-platform#add-sigfox-geolocalisation-servi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image29.jpeg"/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/>
          </a:blip>
          <a:srcRect t="7788" b="7788"/>
          <a:stretch>
            <a:fillRect/>
          </a:stretch>
        </p:blipFill>
        <p:spPr>
          <a:xfrm>
            <a:off x="12700" y="1270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3" extrusionOk="0">
                <a:moveTo>
                  <a:pt x="7218" y="0"/>
                </a:moveTo>
                <a:lnTo>
                  <a:pt x="7671" y="553"/>
                </a:lnTo>
                <a:cubicBezTo>
                  <a:pt x="11073" y="4955"/>
                  <a:pt x="13096" y="10305"/>
                  <a:pt x="12604" y="14452"/>
                </a:cubicBezTo>
                <a:cubicBezTo>
                  <a:pt x="11909" y="20260"/>
                  <a:pt x="6449" y="21600"/>
                  <a:pt x="263" y="17549"/>
                </a:cubicBezTo>
                <a:lnTo>
                  <a:pt x="0" y="17369"/>
                </a:lnTo>
                <a:lnTo>
                  <a:pt x="0" y="21523"/>
                </a:lnTo>
                <a:lnTo>
                  <a:pt x="21600" y="21523"/>
                </a:lnTo>
                <a:lnTo>
                  <a:pt x="21600" y="0"/>
                </a:lnTo>
                <a:lnTo>
                  <a:pt x="7218" y="0"/>
                </a:lnTo>
                <a:close/>
              </a:path>
            </a:pathLst>
          </a:custGeom>
        </p:spPr>
      </p:pic>
      <p:sp>
        <p:nvSpPr>
          <p:cNvPr id="388" name="Shape 388"/>
          <p:cNvSpPr>
            <a:spLocks noGrp="1"/>
          </p:cNvSpPr>
          <p:nvPr>
            <p:ph type="title"/>
          </p:nvPr>
        </p:nvSpPr>
        <p:spPr>
          <a:xfrm>
            <a:off x="220344" y="1734269"/>
            <a:ext cx="4603115" cy="1700362"/>
          </a:xfrm>
          <a:prstGeom prst="rect">
            <a:avLst/>
          </a:prstGeom>
        </p:spPr>
        <p:txBody>
          <a:bodyPr/>
          <a:lstStyle/>
          <a:p>
            <a:r>
              <a:rPr dirty="0"/>
              <a:t>Let’s play !</a:t>
            </a:r>
            <a:br>
              <a:rPr lang="pt-PT" dirty="0"/>
            </a:br>
            <a:br>
              <a:rPr lang="pt-PT" dirty="0"/>
            </a:br>
            <a:r>
              <a:rPr lang="fr-FR" sz="2000" dirty="0"/>
              <a:t>Getting started with Sigfox and Pycom board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713037921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2060"/>
                </a:solidFill>
                <a:latin typeface="Ubuntu Medium"/>
              </a:rPr>
              <a:t>Contribute back</a:t>
            </a:r>
          </a:p>
        </p:txBody>
      </p:sp>
      <p:sp>
        <p:nvSpPr>
          <p:cNvPr id="209" name="Shape 20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defTabSz="493776">
              <a:spcBef>
                <a:spcPts val="600"/>
              </a:spcBef>
              <a:defRPr sz="2304"/>
            </a:pPr>
            <a:r>
              <a:rPr dirty="0"/>
              <a:t>Don’t forget to publish your experiments</a:t>
            </a:r>
          </a:p>
          <a:p>
            <a:pPr defTabSz="493776">
              <a:spcBef>
                <a:spcPts val="600"/>
              </a:spcBef>
              <a:defRPr sz="2304"/>
            </a:pPr>
            <a:r>
              <a:rPr dirty="0"/>
              <a:t>Code Samples, HW design, fails … will be useful to other people</a:t>
            </a:r>
          </a:p>
          <a:p>
            <a:pPr defTabSz="493776">
              <a:spcBef>
                <a:spcPts val="600"/>
              </a:spcBef>
              <a:defRPr sz="2304"/>
            </a:pPr>
            <a:r>
              <a:rPr dirty="0"/>
              <a:t>We all start by copy/pasting ;)</a:t>
            </a:r>
          </a:p>
          <a:p>
            <a:pPr defTabSz="493776">
              <a:spcBef>
                <a:spcPts val="600"/>
              </a:spcBef>
              <a:defRPr sz="2304"/>
            </a:pPr>
            <a:r>
              <a:rPr dirty="0"/>
              <a:t>Your own website, </a:t>
            </a:r>
            <a:r>
              <a:rPr dirty="0" err="1"/>
              <a:t>github</a:t>
            </a:r>
            <a:r>
              <a:rPr dirty="0"/>
              <a:t>, hackster.io, </a:t>
            </a:r>
            <a:r>
              <a:rPr dirty="0" err="1"/>
              <a:t>instructables</a:t>
            </a:r>
            <a:r>
              <a:rPr dirty="0"/>
              <a:t> … your call!</a:t>
            </a:r>
            <a:endParaRPr lang="pt-PT" dirty="0"/>
          </a:p>
          <a:p>
            <a:pPr defTabSz="493776">
              <a:spcBef>
                <a:spcPts val="600"/>
              </a:spcBef>
              <a:defRPr sz="2304"/>
            </a:pPr>
            <a:endParaRPr lang="pt-PT" dirty="0"/>
          </a:p>
          <a:p>
            <a:pPr defTabSz="493776">
              <a:spcBef>
                <a:spcPts val="600"/>
              </a:spcBef>
              <a:defRPr sz="2304"/>
            </a:pPr>
            <a:r>
              <a:rPr lang="pt-PT" sz="3000" dirty="0"/>
              <a:t>Stay in touch with Sigfox: devrelations@sigfox.com</a:t>
            </a: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3963858092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410130" y="234067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 err="1">
                <a:solidFill>
                  <a:schemeClr val="tx1"/>
                </a:solidFill>
                <a:latin typeface="+mj-lt"/>
              </a:rPr>
              <a:t>Requirements</a:t>
            </a:r>
            <a:endParaRPr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idx="1"/>
          </p:nvPr>
        </p:nvSpPr>
        <p:spPr>
          <a:xfrm>
            <a:off x="593328" y="1183216"/>
            <a:ext cx="7957344" cy="352898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indent="-320842">
              <a:buSzPct val="100000"/>
              <a:buChar char="•"/>
            </a:pPr>
            <a:r>
              <a:rPr lang="fr-FR" sz="2000" dirty="0" err="1"/>
              <a:t>SiPy</a:t>
            </a:r>
            <a:r>
              <a:rPr lang="fr-FR" sz="2000" dirty="0"/>
              <a:t> </a:t>
            </a:r>
            <a:r>
              <a:rPr lang="fr-FR" sz="2000" dirty="0" err="1"/>
              <a:t>board</a:t>
            </a:r>
            <a:endParaRPr lang="fr-FR" sz="2000" dirty="0"/>
          </a:p>
          <a:p>
            <a:pPr marL="320842" indent="-320842">
              <a:buSzPct val="100000"/>
              <a:buChar char="•"/>
            </a:pPr>
            <a:r>
              <a:rPr lang="fr-FR" sz="2000" dirty="0"/>
              <a:t>Extension </a:t>
            </a:r>
            <a:r>
              <a:rPr lang="fr-FR" sz="2000" dirty="0" err="1"/>
              <a:t>board</a:t>
            </a:r>
            <a:endParaRPr lang="fr-FR" sz="2000" dirty="0"/>
          </a:p>
          <a:p>
            <a:pPr marL="320842" indent="-320842">
              <a:buSzPct val="100000"/>
              <a:buChar char="•"/>
            </a:pPr>
            <a:r>
              <a:rPr lang="fr-FR" sz="2000" dirty="0" err="1"/>
              <a:t>Antenna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u.FL</a:t>
            </a:r>
            <a:r>
              <a:rPr lang="fr-FR" sz="2000" dirty="0"/>
              <a:t> </a:t>
            </a:r>
            <a:r>
              <a:rPr lang="fr-FR" sz="2000" dirty="0" err="1"/>
              <a:t>connector</a:t>
            </a:r>
            <a:endParaRPr lang="fr-FR" sz="2000" dirty="0"/>
          </a:p>
          <a:p>
            <a:pPr marL="320842" indent="-320842">
              <a:buSzPct val="100000"/>
              <a:buChar char="•"/>
            </a:pPr>
            <a:r>
              <a:rPr lang="fr-FR" sz="2000" dirty="0"/>
              <a:t>Micro-USB cable </a:t>
            </a:r>
          </a:p>
          <a:p>
            <a:pPr marL="320842" indent="-320842">
              <a:buSzPct val="100000"/>
              <a:buChar char="•"/>
            </a:pPr>
            <a:r>
              <a:rPr lang="fr-FR" sz="2000" dirty="0"/>
              <a:t>Atom IDE (</a:t>
            </a:r>
            <a:r>
              <a:rPr lang="fr-FR" sz="2000" dirty="0">
                <a:hlinkClick r:id="rId2"/>
              </a:rPr>
              <a:t>atom.io</a:t>
            </a:r>
            <a:r>
              <a:rPr lang="fr-FR" sz="2000" dirty="0"/>
              <a:t>) with pymakr plugin</a:t>
            </a:r>
          </a:p>
          <a:p>
            <a:pPr marL="320842" lvl="2" indent="-320842">
              <a:buChar char="•"/>
            </a:pPr>
            <a:r>
              <a:rPr lang="fr-FR" sz="2000" dirty="0"/>
              <a:t>Source code examples</a:t>
            </a:r>
          </a:p>
          <a:p>
            <a:pPr marL="563841" lvl="3" indent="-320842">
              <a:buChar char="•"/>
            </a:pPr>
            <a:r>
              <a:rPr lang="fr-FR" sz="1600" dirty="0">
                <a:hlinkClick r:id="rId3"/>
              </a:rPr>
              <a:t>https://github.com/aureleq/sipy-workshop</a:t>
            </a:r>
            <a:endParaRPr lang="fr-FR" sz="1600" dirty="0"/>
          </a:p>
          <a:p>
            <a:pPr marL="563841" lvl="3" indent="-320842">
              <a:buChar char="•"/>
            </a:pPr>
            <a:endParaRPr lang="fr-FR" sz="1600" dirty="0"/>
          </a:p>
          <a:p>
            <a:pPr marL="563841" lvl="3" indent="-320842">
              <a:buChar char="•"/>
            </a:pPr>
            <a:endParaRPr lang="fr-FR" sz="1200" dirty="0"/>
          </a:p>
          <a:p>
            <a:pPr marL="320842" lvl="1" indent="-320842">
              <a:buSzPct val="100000"/>
              <a:buChar char="•"/>
            </a:pPr>
            <a:endParaRPr lang="fr-FR" sz="2000" dirty="0"/>
          </a:p>
        </p:txBody>
      </p:sp>
      <p:pic>
        <p:nvPicPr>
          <p:cNvPr id="686" name="sipySideTransGXH.png" descr="sipySideTransGXH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84885" y="282114"/>
            <a:ext cx="4231697" cy="359694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5520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414337" y="203384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002060"/>
                </a:solidFill>
                <a:latin typeface="+mj-lt"/>
              </a:rPr>
              <a:t>First </a:t>
            </a:r>
            <a:r>
              <a:rPr lang="fr-FR" sz="2400" dirty="0" err="1">
                <a:solidFill>
                  <a:srgbClr val="002060"/>
                </a:solidFill>
                <a:latin typeface="+mj-lt"/>
              </a:rPr>
              <a:t>steps</a:t>
            </a:r>
            <a:endParaRPr sz="24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idx="1"/>
          </p:nvPr>
        </p:nvSpPr>
        <p:spPr>
          <a:xfrm>
            <a:off x="242808" y="882452"/>
            <a:ext cx="5998301" cy="352898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indent="-320842">
              <a:buSzPct val="100000"/>
              <a:buChar char="•"/>
            </a:pPr>
            <a:r>
              <a:rPr lang="fr-FR" sz="2000" dirty="0" err="1"/>
              <a:t>Connect</a:t>
            </a:r>
            <a:r>
              <a:rPr lang="fr-FR" sz="2000" dirty="0"/>
              <a:t> </a:t>
            </a:r>
            <a:r>
              <a:rPr lang="fr-FR" sz="2000" dirty="0" err="1"/>
              <a:t>SiPy</a:t>
            </a:r>
            <a:r>
              <a:rPr lang="fr-FR" sz="2000" dirty="0"/>
              <a:t> to extension </a:t>
            </a:r>
            <a:r>
              <a:rPr lang="fr-FR" sz="2000" dirty="0" err="1"/>
              <a:t>board</a:t>
            </a:r>
            <a:endParaRPr lang="fr-FR" sz="2000" dirty="0"/>
          </a:p>
          <a:p>
            <a:pPr marL="563841" lvl="3" indent="-320842">
              <a:buChar char="•"/>
            </a:pPr>
            <a:r>
              <a:rPr lang="fr-FR" sz="1600" dirty="0"/>
              <a:t>Check the </a:t>
            </a:r>
            <a:r>
              <a:rPr lang="fr-FR" sz="1600" dirty="0" err="1"/>
              <a:t>pinout</a:t>
            </a:r>
            <a:r>
              <a:rPr lang="fr-FR" sz="1600" dirty="0"/>
              <a:t> (LED on </a:t>
            </a:r>
            <a:r>
              <a:rPr lang="fr-FR" sz="1600" dirty="0" err="1"/>
              <a:t>same</a:t>
            </a:r>
            <a:r>
              <a:rPr lang="fr-FR" sz="1600" dirty="0"/>
              <a:t> </a:t>
            </a:r>
            <a:r>
              <a:rPr lang="fr-FR" sz="1600" dirty="0" err="1"/>
              <a:t>side</a:t>
            </a:r>
            <a:r>
              <a:rPr lang="fr-FR" sz="1600" dirty="0"/>
              <a:t> as USB </a:t>
            </a:r>
            <a:r>
              <a:rPr lang="fr-FR" sz="1600" dirty="0" err="1"/>
              <a:t>connector</a:t>
            </a:r>
            <a:r>
              <a:rPr lang="fr-FR" sz="1600" dirty="0"/>
              <a:t>)</a:t>
            </a:r>
          </a:p>
          <a:p>
            <a:pPr marL="563841" lvl="3" indent="-320842">
              <a:buChar char="•"/>
            </a:pPr>
            <a:r>
              <a:rPr lang="fr-FR" sz="1600" dirty="0"/>
              <a:t>Check </a:t>
            </a:r>
            <a:r>
              <a:rPr lang="fr-FR" sz="1600" dirty="0" err="1"/>
              <a:t>jumpers</a:t>
            </a:r>
            <a:r>
              <a:rPr lang="fr-FR" sz="1600" dirty="0"/>
              <a:t> on the </a:t>
            </a:r>
            <a:r>
              <a:rPr lang="fr-FR" sz="1600" dirty="0" err="1"/>
              <a:t>left</a:t>
            </a:r>
            <a:r>
              <a:rPr lang="fr-FR" sz="1600" dirty="0"/>
              <a:t> are all in place</a:t>
            </a:r>
          </a:p>
          <a:p>
            <a:pPr marL="320842" lvl="1" indent="-320842">
              <a:buSzPct val="100000"/>
              <a:buChar char="•"/>
            </a:pPr>
            <a:r>
              <a:rPr lang="fr-FR" sz="2000" dirty="0" err="1"/>
              <a:t>Connect</a:t>
            </a:r>
            <a:r>
              <a:rPr lang="fr-FR" sz="2000" dirty="0"/>
              <a:t> </a:t>
            </a:r>
            <a:r>
              <a:rPr lang="fr-FR" sz="2000" dirty="0" err="1"/>
              <a:t>antenna</a:t>
            </a:r>
            <a:r>
              <a:rPr lang="fr-FR" sz="2000" dirty="0"/>
              <a:t> </a:t>
            </a:r>
            <a:r>
              <a:rPr lang="fr-FR" sz="2000" dirty="0" err="1"/>
              <a:t>cable</a:t>
            </a:r>
            <a:r>
              <a:rPr lang="fr-FR" sz="2000" dirty="0"/>
              <a:t> to the </a:t>
            </a:r>
            <a:r>
              <a:rPr lang="fr-FR" sz="2000" dirty="0" err="1"/>
              <a:t>u.FL</a:t>
            </a:r>
            <a:r>
              <a:rPr lang="fr-FR" sz="2000" dirty="0"/>
              <a:t> </a:t>
            </a:r>
            <a:r>
              <a:rPr lang="fr-FR" sz="2000" dirty="0" err="1"/>
              <a:t>connector</a:t>
            </a:r>
            <a:r>
              <a:rPr lang="fr-FR" sz="2000" dirty="0"/>
              <a:t> </a:t>
            </a:r>
            <a:r>
              <a:rPr lang="fr-FR" sz="2000" dirty="0" err="1"/>
              <a:t>near</a:t>
            </a:r>
            <a:r>
              <a:rPr lang="fr-FR" sz="2000" dirty="0"/>
              <a:t> the LED</a:t>
            </a:r>
          </a:p>
          <a:p>
            <a:pPr marL="320842" lvl="1" indent="-320842">
              <a:buSzPct val="100000"/>
              <a:buChar char="•"/>
            </a:pPr>
            <a:r>
              <a:rPr lang="fr-FR" sz="2000" dirty="0" err="1"/>
              <a:t>Connect</a:t>
            </a:r>
            <a:r>
              <a:rPr lang="fr-FR" sz="2000" dirty="0"/>
              <a:t> the micro-USB to </a:t>
            </a:r>
            <a:r>
              <a:rPr lang="fr-FR" sz="2000" dirty="0" err="1"/>
              <a:t>your</a:t>
            </a:r>
            <a:r>
              <a:rPr lang="fr-FR" sz="2000" dirty="0"/>
              <a:t> PC/Mac and </a:t>
            </a:r>
            <a:r>
              <a:rPr lang="fr-FR" sz="2000" dirty="0" err="1"/>
              <a:t>launch</a:t>
            </a:r>
            <a:r>
              <a:rPr lang="fr-FR" sz="2000" dirty="0"/>
              <a:t> </a:t>
            </a:r>
            <a:r>
              <a:rPr lang="fr-FR" sz="2000" dirty="0" err="1"/>
              <a:t>atom</a:t>
            </a:r>
            <a:endParaRPr lang="fr-FR" sz="20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6945825A-3CE8-4D02-9803-AF8A0250F06A}"/>
              </a:ext>
            </a:extLst>
          </p:cNvPr>
          <p:cNvGrpSpPr/>
          <p:nvPr/>
        </p:nvGrpSpPr>
        <p:grpSpPr>
          <a:xfrm>
            <a:off x="6080569" y="805783"/>
            <a:ext cx="2854679" cy="3137565"/>
            <a:chOff x="6773762" y="434499"/>
            <a:chExt cx="1886440" cy="207337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31" r="32391"/>
            <a:stretch/>
          </p:blipFill>
          <p:spPr>
            <a:xfrm>
              <a:off x="6773762" y="434499"/>
              <a:ext cx="1886440" cy="2073378"/>
            </a:xfrm>
            <a:prstGeom prst="rect">
              <a:avLst/>
            </a:prstGeom>
          </p:spPr>
        </p:pic>
        <p:sp>
          <p:nvSpPr>
            <p:cNvPr id="3" name="Oval 2"/>
            <p:cNvSpPr/>
            <p:nvPr/>
          </p:nvSpPr>
          <p:spPr>
            <a:xfrm>
              <a:off x="8118765" y="670065"/>
              <a:ext cx="424980" cy="403662"/>
            </a:xfrm>
            <a:prstGeom prst="ellips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300" b="0" i="0" u="none" strike="noStrike" cap="none" spc="0" normalizeH="0" baseline="0">
                <a:ln>
                  <a:noFill/>
                </a:ln>
                <a:solidFill>
                  <a:srgbClr val="230066"/>
                </a:solidFill>
                <a:effectLst/>
                <a:uFillTx/>
                <a:latin typeface="Ubuntu Light"/>
                <a:ea typeface="Ubuntu Light"/>
                <a:cs typeface="Ubuntu Light"/>
                <a:sym typeface="Ubuntu Light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7550728" y="581891"/>
              <a:ext cx="332508" cy="315694"/>
            </a:xfrm>
            <a:prstGeom prst="ellips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300" b="0" i="0" u="none" strike="noStrike" cap="none" spc="0" normalizeH="0" baseline="0">
                <a:ln>
                  <a:noFill/>
                </a:ln>
                <a:solidFill>
                  <a:srgbClr val="230066"/>
                </a:solidFill>
                <a:effectLst/>
                <a:uFillTx/>
                <a:latin typeface="Ubuntu Light"/>
                <a:ea typeface="Ubuntu Light"/>
                <a:cs typeface="Ubuntu Light"/>
                <a:sym typeface="Ubuntu Light"/>
              </a:endParaRPr>
            </a:p>
          </p:txBody>
        </p:sp>
        <p:sp>
          <p:nvSpPr>
            <p:cNvPr id="8" name="Oval 7"/>
            <p:cNvSpPr/>
            <p:nvPr/>
          </p:nvSpPr>
          <p:spPr>
            <a:xfrm rot="5400000">
              <a:off x="6525490" y="969417"/>
              <a:ext cx="897237" cy="315694"/>
            </a:xfrm>
            <a:prstGeom prst="ellips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300" b="0" i="0" u="none" strike="noStrike" cap="none" spc="0" normalizeH="0" baseline="0">
                <a:ln>
                  <a:noFill/>
                </a:ln>
                <a:solidFill>
                  <a:srgbClr val="230066"/>
                </a:solidFill>
                <a:effectLst/>
                <a:uFillTx/>
                <a:latin typeface="Ubuntu Light"/>
                <a:ea typeface="Ubuntu Light"/>
                <a:cs typeface="Ubuntu Light"/>
                <a:sym typeface="Ubuntu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285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593725" y="307182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230068"/>
                </a:solidFill>
                <a:latin typeface="+mj-lt"/>
              </a:rPr>
              <a:t>First steps</a:t>
            </a:r>
            <a:endParaRPr sz="2400" dirty="0"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sz="quarter" idx="13"/>
          </p:nvPr>
        </p:nvSpPr>
        <p:spPr>
          <a:xfrm>
            <a:off x="594519" y="890587"/>
            <a:ext cx="7957344" cy="35171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indent="-320842">
              <a:buSzPct val="100000"/>
              <a:buFont typeface="Arial" charset="0"/>
              <a:buChar char="•"/>
            </a:pPr>
            <a:r>
              <a:rPr lang="fr-FR" sz="2000" dirty="0"/>
              <a:t>Go to ATOM, click on </a:t>
            </a:r>
            <a:r>
              <a:rPr lang="fr-FR" sz="2000" i="1" dirty="0"/>
              <a:t>File&gt; Add project folder </a:t>
            </a:r>
            <a:r>
              <a:rPr lang="fr-FR" sz="2000" dirty="0"/>
              <a:t>and select the folder where </a:t>
            </a:r>
            <a:r>
              <a:rPr lang="en-US" sz="2000" dirty="0"/>
              <a:t>“</a:t>
            </a:r>
            <a:r>
              <a:rPr lang="fr-FR" sz="2000" dirty="0"/>
              <a:t> example-sigfox </a:t>
            </a:r>
            <a:r>
              <a:rPr lang="en-US" sz="2000" dirty="0"/>
              <a:t> “ is located.  </a:t>
            </a:r>
            <a:r>
              <a:rPr lang="fr-FR" sz="2000" dirty="0"/>
              <a:t> </a:t>
            </a:r>
          </a:p>
          <a:p>
            <a:pPr marL="320842" indent="-320842">
              <a:buSzPct val="100000"/>
              <a:buFont typeface="Arial" charset="0"/>
              <a:buChar char="•"/>
            </a:pPr>
            <a:r>
              <a:rPr lang="fr-FR" sz="2000" dirty="0"/>
              <a:t>Retrieve serial port by going in </a:t>
            </a:r>
            <a:r>
              <a:rPr lang="fr-FR" sz="2000" i="1" dirty="0"/>
              <a:t>More &gt; Get serial ports</a:t>
            </a:r>
          </a:p>
          <a:p>
            <a:pPr marL="320842" indent="-320842">
              <a:buSzPct val="100000"/>
              <a:buFont typeface="Arial" charset="0"/>
              <a:buChar char="•"/>
            </a:pPr>
            <a:endParaRPr lang="fr-FR" sz="2000" dirty="0"/>
          </a:p>
          <a:p>
            <a:pPr>
              <a:buSzPct val="100000"/>
            </a:pPr>
            <a:endParaRPr lang="fr-FR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F215D11-CE02-4CAC-A782-2902BF50A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3" y="2305164"/>
            <a:ext cx="5322096" cy="272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84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471487" y="203383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230068"/>
                </a:solidFill>
                <a:latin typeface="+mj-lt"/>
              </a:rPr>
              <a:t>First steps</a:t>
            </a:r>
            <a:endParaRPr sz="2400" dirty="0"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sz="quarter" idx="13"/>
          </p:nvPr>
        </p:nvSpPr>
        <p:spPr>
          <a:xfrm>
            <a:off x="472281" y="591816"/>
            <a:ext cx="7957344" cy="2632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indent="-320842">
              <a:buSzPct val="100000"/>
              <a:buChar char="•"/>
            </a:pPr>
            <a:r>
              <a:rPr lang="fr-FR" sz="2000" dirty="0"/>
              <a:t>Use the serial port in previous example, go to </a:t>
            </a:r>
            <a:r>
              <a:rPr lang="fr-FR" sz="2000" i="1" dirty="0"/>
              <a:t>Global settings </a:t>
            </a:r>
            <a:r>
              <a:rPr lang="fr-FR" sz="2000" dirty="0"/>
              <a:t>and change the adresss line to match the port, then save.</a:t>
            </a:r>
          </a:p>
          <a:p>
            <a:pPr marL="320842" indent="-320842">
              <a:buSzPct val="100000"/>
              <a:buChar char="•"/>
            </a:pPr>
            <a:endParaRPr lang="fr-FR" sz="2000" dirty="0"/>
          </a:p>
          <a:p>
            <a:pPr marL="320842" indent="-320842">
              <a:buSzPct val="100000"/>
              <a:buChar char="•"/>
            </a:pPr>
            <a:endParaRPr lang="fr-FR" sz="2000" dirty="0"/>
          </a:p>
          <a:p>
            <a:pPr marL="320842" indent="-320842">
              <a:buSzPct val="100000"/>
              <a:buChar char="•"/>
            </a:pPr>
            <a:endParaRPr lang="fr-FR" sz="2000" dirty="0"/>
          </a:p>
          <a:p>
            <a:pPr marL="320842" indent="-320842">
              <a:buSzPct val="100000"/>
              <a:buChar char="•"/>
            </a:pPr>
            <a:endParaRPr lang="fr-FR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7A84383-2F98-4393-B142-015E07321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3" y="1403840"/>
            <a:ext cx="7893844" cy="316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3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471487" y="203383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230068"/>
                </a:solidFill>
                <a:latin typeface="+mj-lt"/>
              </a:rPr>
              <a:t>First steps</a:t>
            </a:r>
            <a:endParaRPr sz="2400" dirty="0"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sz="quarter" idx="13"/>
          </p:nvPr>
        </p:nvSpPr>
        <p:spPr>
          <a:xfrm>
            <a:off x="472281" y="591816"/>
            <a:ext cx="7957344" cy="2632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indent="-320842">
              <a:buSzPct val="100000"/>
              <a:buChar char="•"/>
            </a:pPr>
            <a:r>
              <a:rPr lang="fr-FR" sz="2000" dirty="0"/>
              <a:t>Click on </a:t>
            </a:r>
            <a:r>
              <a:rPr lang="fr-FR" sz="2000" i="1" dirty="0"/>
              <a:t>Connect</a:t>
            </a:r>
          </a:p>
          <a:p>
            <a:pPr marL="320842" indent="-320842">
              <a:buSzPct val="100000"/>
              <a:buChar char="•"/>
            </a:pPr>
            <a:endParaRPr lang="fr-FR" sz="2000" dirty="0"/>
          </a:p>
          <a:p>
            <a:pPr marL="320842" indent="-320842">
              <a:buSzPct val="100000"/>
              <a:buChar char="•"/>
            </a:pPr>
            <a:endParaRPr lang="fr-FR" sz="2000" dirty="0"/>
          </a:p>
          <a:p>
            <a:pPr marL="320842" indent="-320842">
              <a:buSzPct val="100000"/>
              <a:buChar char="•"/>
            </a:pPr>
            <a:endParaRPr lang="fr-FR" sz="2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AEDD3EE-6AC8-4304-ACB5-1413F855F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94" y="1023529"/>
            <a:ext cx="7785342" cy="31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46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471487" y="203383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230068"/>
                </a:solidFill>
                <a:latin typeface="+mj-lt"/>
              </a:rPr>
              <a:t>First steps</a:t>
            </a:r>
            <a:endParaRPr sz="2400" dirty="0"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sz="quarter" idx="13"/>
          </p:nvPr>
        </p:nvSpPr>
        <p:spPr>
          <a:xfrm>
            <a:off x="472281" y="535782"/>
            <a:ext cx="7957344" cy="2632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indent="-320842">
              <a:buSzPct val="100000"/>
              <a:buChar char="•"/>
            </a:pPr>
            <a:r>
              <a:rPr lang="fr-FR" sz="2000" dirty="0"/>
              <a:t>Please use the Select </a:t>
            </a:r>
            <a:r>
              <a:rPr lang="fr-FR" sz="2000" i="1" dirty="0"/>
              <a:t>sigfox-helloworld.py, </a:t>
            </a:r>
            <a:r>
              <a:rPr lang="fr-FR" sz="2000" dirty="0"/>
              <a:t>then click on </a:t>
            </a:r>
            <a:r>
              <a:rPr lang="fr-FR" sz="2000" i="1" dirty="0"/>
              <a:t>Upload</a:t>
            </a:r>
            <a:endParaRPr lang="fr-FR" sz="2000" dirty="0"/>
          </a:p>
          <a:p>
            <a:pPr marL="320842" indent="-320842">
              <a:buSzPct val="100000"/>
              <a:buChar char="•"/>
            </a:pPr>
            <a:endParaRPr lang="fr-FR" sz="2000" dirty="0"/>
          </a:p>
          <a:p>
            <a:pPr marL="320842" indent="-320842">
              <a:buSzPct val="100000"/>
              <a:buChar char="•"/>
            </a:pPr>
            <a:endParaRPr lang="fr-FR" sz="2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A5F98B-3124-40EB-B0AB-50A2A498C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" y="1002499"/>
            <a:ext cx="8380674" cy="342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67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step.jpg"/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/>
          </a:blip>
          <a:srcRect t="7788" b="7788"/>
          <a:stretch>
            <a:fillRect/>
          </a:stretch>
        </p:blipFill>
        <p:spPr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3" extrusionOk="0">
                <a:moveTo>
                  <a:pt x="7218" y="0"/>
                </a:moveTo>
                <a:lnTo>
                  <a:pt x="7671" y="553"/>
                </a:lnTo>
                <a:cubicBezTo>
                  <a:pt x="11073" y="4955"/>
                  <a:pt x="13096" y="10305"/>
                  <a:pt x="12604" y="14452"/>
                </a:cubicBezTo>
                <a:cubicBezTo>
                  <a:pt x="11909" y="20260"/>
                  <a:pt x="6449" y="21600"/>
                  <a:pt x="263" y="17549"/>
                </a:cubicBezTo>
                <a:lnTo>
                  <a:pt x="0" y="17369"/>
                </a:lnTo>
                <a:lnTo>
                  <a:pt x="0" y="21523"/>
                </a:lnTo>
                <a:lnTo>
                  <a:pt x="21600" y="21523"/>
                </a:lnTo>
                <a:lnTo>
                  <a:pt x="21600" y="0"/>
                </a:lnTo>
                <a:lnTo>
                  <a:pt x="7218" y="0"/>
                </a:lnTo>
                <a:close/>
              </a:path>
            </a:pathLst>
          </a:custGeom>
        </p:spPr>
      </p:pic>
      <p:sp>
        <p:nvSpPr>
          <p:cNvPr id="222" name="Shape 2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335038777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5D09E23E-7E5A-4D55-B33E-C51B4800ADCF}"/>
              </a:ext>
            </a:extLst>
          </p:cNvPr>
          <p:cNvGrpSpPr/>
          <p:nvPr/>
        </p:nvGrpSpPr>
        <p:grpSpPr>
          <a:xfrm>
            <a:off x="3202725" y="800099"/>
            <a:ext cx="5802197" cy="3450432"/>
            <a:chOff x="1389263" y="799621"/>
            <a:chExt cx="7158991" cy="425728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b="5100"/>
            <a:stretch/>
          </p:blipFill>
          <p:spPr>
            <a:xfrm>
              <a:off x="1389263" y="799621"/>
              <a:ext cx="7158991" cy="4257286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>
            <a:xfrm>
              <a:off x="7751618" y="3823853"/>
              <a:ext cx="214745" cy="218712"/>
            </a:xfrm>
            <a:prstGeom prst="ellips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300" b="0" i="0" u="none" strike="noStrike" cap="none" spc="0" normalizeH="0" baseline="0">
                <a:ln>
                  <a:noFill/>
                </a:ln>
                <a:solidFill>
                  <a:srgbClr val="230066"/>
                </a:solidFill>
                <a:effectLst/>
                <a:uFillTx/>
                <a:latin typeface="Ubuntu Light"/>
                <a:ea typeface="Ubuntu Light"/>
                <a:cs typeface="Ubuntu Light"/>
                <a:sym typeface="Ubuntu Light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493818" y="4495796"/>
              <a:ext cx="886691" cy="270163"/>
            </a:xfrm>
            <a:prstGeom prst="ellips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300" b="0" i="0" u="none" strike="noStrike" cap="none" spc="0" normalizeH="0" baseline="0">
                <a:ln>
                  <a:noFill/>
                </a:ln>
                <a:solidFill>
                  <a:srgbClr val="230066"/>
                </a:solidFill>
                <a:effectLst/>
                <a:uFillTx/>
                <a:latin typeface="Ubuntu Light"/>
                <a:ea typeface="Ubuntu Light"/>
                <a:cs typeface="Ubuntu Light"/>
                <a:sym typeface="Ubuntu Light"/>
              </a:endParaRPr>
            </a:p>
          </p:txBody>
        </p:sp>
      </p:grpSp>
      <p:sp>
        <p:nvSpPr>
          <p:cNvPr id="10" name="How to start ?"/>
          <p:cNvSpPr>
            <a:spLocks noGrp="1"/>
          </p:cNvSpPr>
          <p:nvPr>
            <p:ph type="title"/>
          </p:nvPr>
        </p:nvSpPr>
        <p:spPr>
          <a:xfrm>
            <a:off x="592930" y="280140"/>
            <a:ext cx="7958140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230068"/>
                </a:solidFill>
                <a:latin typeface="+mj-lt"/>
              </a:rPr>
              <a:t>Hello World </a:t>
            </a:r>
            <a:r>
              <a:rPr lang="fr-FR" sz="2400" dirty="0" err="1">
                <a:solidFill>
                  <a:srgbClr val="230068"/>
                </a:solidFill>
                <a:latin typeface="+mj-lt"/>
              </a:rPr>
              <a:t>example</a:t>
            </a:r>
            <a:endParaRPr sz="2400" dirty="0">
              <a:solidFill>
                <a:srgbClr val="230068"/>
              </a:solidFill>
              <a:latin typeface="+mj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A3CBF4-768D-4D2A-BC78-85D6E6E76F9E}"/>
              </a:ext>
            </a:extLst>
          </p:cNvPr>
          <p:cNvSpPr txBox="1"/>
          <p:nvPr/>
        </p:nvSpPr>
        <p:spPr>
          <a:xfrm>
            <a:off x="114300" y="1235869"/>
            <a:ext cx="29360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Click on Run and retrieve the PAC and ID as show in the red circle in the picture (you will need it for the following step)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9045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394335" y="270455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230068"/>
                </a:solidFill>
                <a:latin typeface="+mj-lt"/>
              </a:rPr>
              <a:t>First </a:t>
            </a:r>
            <a:r>
              <a:rPr lang="fr-FR" sz="2400" dirty="0" err="1">
                <a:solidFill>
                  <a:srgbClr val="230068"/>
                </a:solidFill>
                <a:latin typeface="+mj-lt"/>
              </a:rPr>
              <a:t>steps</a:t>
            </a:r>
            <a:endParaRPr sz="2400" dirty="0">
              <a:solidFill>
                <a:srgbClr val="230068"/>
              </a:solidFill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idx="1"/>
          </p:nvPr>
        </p:nvSpPr>
        <p:spPr>
          <a:xfrm>
            <a:off x="99600" y="1164568"/>
            <a:ext cx="4158075" cy="352898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indent="-320842">
              <a:buSzPct val="100000"/>
              <a:buChar char="•"/>
            </a:pPr>
            <a:r>
              <a:rPr lang="fr-FR" sz="2000" dirty="0"/>
              <a:t>Go to buy </a:t>
            </a:r>
            <a:r>
              <a:rPr lang="fr-FR" sz="2000" u="sng" dirty="0"/>
              <a:t>sigfox.com/activate </a:t>
            </a:r>
            <a:r>
              <a:rPr lang="fr-FR" sz="2000" dirty="0"/>
              <a:t>to register your board</a:t>
            </a:r>
          </a:p>
          <a:p>
            <a:pPr marL="320842" indent="-320842">
              <a:buSzPct val="100000"/>
              <a:buChar char="•"/>
            </a:pPr>
            <a:endParaRPr lang="fr-FR" sz="2000" dirty="0"/>
          </a:p>
          <a:p>
            <a:pPr marL="320842" lvl="3" indent="-320842">
              <a:spcBef>
                <a:spcPts val="900"/>
              </a:spcBef>
              <a:buClr>
                <a:schemeClr val="tx1"/>
              </a:buClr>
              <a:buSzPct val="100000"/>
            </a:pPr>
            <a:r>
              <a:rPr lang="fr-FR" sz="2000" dirty="0"/>
              <a:t>Enter the ID and PAC values given in the previous example</a:t>
            </a:r>
          </a:p>
          <a:p>
            <a:pPr marL="563841" lvl="3" indent="-320842">
              <a:buChar char="•"/>
            </a:pPr>
            <a:endParaRPr lang="fr-FR" sz="1600" dirty="0"/>
          </a:p>
          <a:p>
            <a:pPr marL="320842" lvl="2" indent="-320842">
              <a:buChar char="•"/>
            </a:pPr>
            <a:endParaRPr lang="fr-FR" sz="2000" dirty="0"/>
          </a:p>
          <a:p>
            <a:pPr marL="563841" lvl="3" indent="-320842">
              <a:buChar char="•"/>
            </a:pPr>
            <a:endParaRPr lang="fr-FR" sz="20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989617" y="3574471"/>
            <a:ext cx="685800" cy="0"/>
          </a:xfrm>
          <a:prstGeom prst="line">
            <a:avLst/>
          </a:prstGeom>
          <a:noFill/>
          <a:ln w="28575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EB57B2E0-63BA-46F3-ABA1-506A246A4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353" y="980137"/>
            <a:ext cx="5055491" cy="282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19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501491" y="270455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230068"/>
                </a:solidFill>
                <a:latin typeface="+mj-lt"/>
              </a:rPr>
              <a:t>First </a:t>
            </a:r>
            <a:r>
              <a:rPr lang="fr-FR" sz="2400" dirty="0" err="1">
                <a:solidFill>
                  <a:srgbClr val="230068"/>
                </a:solidFill>
                <a:latin typeface="+mj-lt"/>
              </a:rPr>
              <a:t>steps</a:t>
            </a:r>
            <a:endParaRPr sz="2400" dirty="0">
              <a:solidFill>
                <a:srgbClr val="230068"/>
              </a:solidFill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idx="1"/>
          </p:nvPr>
        </p:nvSpPr>
        <p:spPr>
          <a:xfrm>
            <a:off x="99600" y="1007405"/>
            <a:ext cx="3750882" cy="352898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indent="-320842">
              <a:buSzPct val="100000"/>
              <a:buChar char="•"/>
            </a:pPr>
            <a:r>
              <a:rPr lang="fr-FR" sz="2000" dirty="0"/>
              <a:t>After activating the kit as shown in previous example, at the ATOM IDE, click on RUN again to send a message.</a:t>
            </a:r>
          </a:p>
          <a:p>
            <a:pPr>
              <a:buSzPct val="100000"/>
            </a:pPr>
            <a:endParaRPr lang="fr-FR" sz="2000" dirty="0"/>
          </a:p>
          <a:p>
            <a:pPr marL="320842" indent="-320842">
              <a:buSzPct val="100000"/>
              <a:buChar char="•"/>
            </a:pPr>
            <a:r>
              <a:rPr lang="fr-FR" sz="2000" dirty="0"/>
              <a:t>Check on the Sigfox Backend that the message has been sucefully sent (data decoding within red circle is the message/payload).</a:t>
            </a:r>
          </a:p>
          <a:p>
            <a:pPr marL="563841" lvl="3" indent="-320842">
              <a:buChar char="•"/>
            </a:pPr>
            <a:endParaRPr lang="fr-FR" sz="1600" dirty="0"/>
          </a:p>
          <a:p>
            <a:pPr marL="320842" lvl="2" indent="-320842">
              <a:buChar char="•"/>
            </a:pPr>
            <a:endParaRPr lang="fr-FR" sz="2000" dirty="0"/>
          </a:p>
          <a:p>
            <a:pPr marL="563841" lvl="3" indent="-320842">
              <a:buChar char="•"/>
            </a:pPr>
            <a:endParaRPr lang="fr-FR" sz="2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4557BD-9893-4935-9F27-5A3DDE54C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64" y="681434"/>
            <a:ext cx="5288120" cy="354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70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tablet-chart.jpg"/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/>
          </a:blip>
          <a:srcRect t="7788" b="7788"/>
          <a:stretch>
            <a:fillRect/>
          </a:stretch>
        </p:blipFill>
        <p:spPr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3" extrusionOk="0">
                <a:moveTo>
                  <a:pt x="7218" y="0"/>
                </a:moveTo>
                <a:lnTo>
                  <a:pt x="7671" y="553"/>
                </a:lnTo>
                <a:cubicBezTo>
                  <a:pt x="11073" y="4955"/>
                  <a:pt x="13096" y="10305"/>
                  <a:pt x="12604" y="14452"/>
                </a:cubicBezTo>
                <a:cubicBezTo>
                  <a:pt x="11909" y="20260"/>
                  <a:pt x="6449" y="21600"/>
                  <a:pt x="263" y="17549"/>
                </a:cubicBezTo>
                <a:lnTo>
                  <a:pt x="0" y="17369"/>
                </a:lnTo>
                <a:lnTo>
                  <a:pt x="0" y="21523"/>
                </a:lnTo>
                <a:lnTo>
                  <a:pt x="21600" y="21523"/>
                </a:lnTo>
                <a:lnTo>
                  <a:pt x="21600" y="0"/>
                </a:lnTo>
                <a:lnTo>
                  <a:pt x="7218" y="0"/>
                </a:lnTo>
                <a:close/>
              </a:path>
            </a:pathLst>
          </a:custGeom>
        </p:spPr>
      </p:pic>
      <p:sp>
        <p:nvSpPr>
          <p:cNvPr id="244" name="Shape 2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First callback</a:t>
            </a:r>
          </a:p>
        </p:txBody>
      </p:sp>
    </p:spTree>
    <p:extLst>
      <p:ext uri="{BB962C8B-B14F-4D97-AF65-F5344CB8AC3E}">
        <p14:creationId xmlns:p14="http://schemas.microsoft.com/office/powerpoint/2010/main" val="2293297751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>
            <a:spLocks noGrp="1"/>
          </p:cNvSpPr>
          <p:nvPr>
            <p:ph type="title"/>
          </p:nvPr>
        </p:nvSpPr>
        <p:spPr>
          <a:xfrm>
            <a:off x="321790" y="141222"/>
            <a:ext cx="7958140" cy="332399"/>
          </a:xfrm>
          <a:prstGeom prst="rect">
            <a:avLst/>
          </a:prstGeom>
        </p:spPr>
        <p:txBody>
          <a:bodyPr/>
          <a:lstStyle/>
          <a:p>
            <a:r>
              <a:rPr lang="pt-PT" sz="2400" dirty="0">
                <a:solidFill>
                  <a:srgbClr val="230068"/>
                </a:solidFill>
                <a:latin typeface="+mj-lt"/>
              </a:rPr>
              <a:t>Creating</a:t>
            </a:r>
            <a:r>
              <a:rPr sz="2400" dirty="0">
                <a:solidFill>
                  <a:srgbClr val="230068"/>
                </a:solidFill>
                <a:latin typeface="+mj-lt"/>
              </a:rPr>
              <a:t> Callback</a:t>
            </a:r>
            <a:r>
              <a:rPr lang="pt-PT" sz="2400" dirty="0">
                <a:solidFill>
                  <a:srgbClr val="230068"/>
                </a:solidFill>
                <a:latin typeface="+mj-lt"/>
              </a:rPr>
              <a:t>s</a:t>
            </a:r>
            <a:endParaRPr sz="2400" dirty="0">
              <a:solidFill>
                <a:srgbClr val="230068"/>
              </a:solidFill>
              <a:latin typeface="+mj-lt"/>
            </a:endParaRPr>
          </a:p>
        </p:txBody>
      </p:sp>
      <p:sp>
        <p:nvSpPr>
          <p:cNvPr id="289" name="Shape 289"/>
          <p:cNvSpPr>
            <a:spLocks noGrp="1"/>
          </p:cNvSpPr>
          <p:nvPr>
            <p:ph type="body" sz="quarter" idx="1"/>
          </p:nvPr>
        </p:nvSpPr>
        <p:spPr>
          <a:xfrm>
            <a:off x="885823" y="545951"/>
            <a:ext cx="7665247" cy="619405"/>
          </a:xfrm>
          <a:prstGeom prst="rect">
            <a:avLst/>
          </a:prstGeom>
        </p:spPr>
        <p:txBody>
          <a:bodyPr/>
          <a:lstStyle/>
          <a:p>
            <a:pPr marL="285750" indent="-285750" defTabSz="678941">
              <a:lnSpc>
                <a:spcPct val="96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376"/>
            </a:pPr>
            <a:r>
              <a:rPr lang="pt-PT" sz="1600" dirty="0"/>
              <a:t>Go to Device Type and click on “CALLBACKS”</a:t>
            </a:r>
            <a:endParaRPr sz="16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AD927D9-87FA-4306-9829-C5E312010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90" y="855653"/>
            <a:ext cx="3635848" cy="1686591"/>
          </a:xfrm>
          <a:prstGeom prst="rect">
            <a:avLst/>
          </a:prstGeom>
        </p:spPr>
      </p:pic>
      <p:sp>
        <p:nvSpPr>
          <p:cNvPr id="6" name="Shape 289">
            <a:extLst>
              <a:ext uri="{FF2B5EF4-FFF2-40B4-BE49-F238E27FC236}">
                <a16:creationId xmlns:a16="http://schemas.microsoft.com/office/drawing/2014/main" id="{F8C3530E-4225-40DE-B432-5172F6E11326}"/>
              </a:ext>
            </a:extLst>
          </p:cNvPr>
          <p:cNvSpPr txBox="1">
            <a:spLocks/>
          </p:cNvSpPr>
          <p:nvPr/>
        </p:nvSpPr>
        <p:spPr>
          <a:xfrm>
            <a:off x="885823" y="2581876"/>
            <a:ext cx="5436397" cy="619405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/>
              </a:buClr>
              <a:buSzTx/>
              <a:buFont typeface="Arial" charset="0"/>
              <a:buNone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685800" rtl="0" eaLnBrk="1" latinLnBrk="0" hangingPunct="1">
              <a:lnSpc>
                <a:spcPct val="100000"/>
              </a:lnSpc>
              <a:spcBef>
                <a:spcPts val="900"/>
              </a:spcBef>
              <a:buClr>
                <a:schemeClr val="tx1"/>
              </a:buClr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chemeClr val="tx1"/>
              </a:buClr>
              <a:buFont typeface="Arial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9800" indent="-180975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tabLst/>
              <a:defRPr sz="140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678941">
              <a:lnSpc>
                <a:spcPct val="96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376"/>
            </a:pPr>
            <a:r>
              <a:rPr lang="en-US" sz="1600" dirty="0"/>
              <a:t>Then click on “NEW” as shown below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259283C-8AB2-4AE3-832F-60C384A7F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90" y="2851946"/>
            <a:ext cx="7469545" cy="172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1375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>
            <a:spLocks noGrp="1"/>
          </p:cNvSpPr>
          <p:nvPr>
            <p:ph type="title"/>
          </p:nvPr>
        </p:nvSpPr>
        <p:spPr>
          <a:xfrm>
            <a:off x="321790" y="141222"/>
            <a:ext cx="7958140" cy="332399"/>
          </a:xfrm>
          <a:prstGeom prst="rect">
            <a:avLst/>
          </a:prstGeom>
        </p:spPr>
        <p:txBody>
          <a:bodyPr/>
          <a:lstStyle/>
          <a:p>
            <a:r>
              <a:rPr lang="pt-PT" sz="2400" dirty="0">
                <a:solidFill>
                  <a:srgbClr val="230068"/>
                </a:solidFill>
                <a:latin typeface="+mj-lt"/>
              </a:rPr>
              <a:t>Creating</a:t>
            </a:r>
            <a:r>
              <a:rPr sz="2400" dirty="0">
                <a:solidFill>
                  <a:srgbClr val="230068"/>
                </a:solidFill>
                <a:latin typeface="+mj-lt"/>
              </a:rPr>
              <a:t> Callback</a:t>
            </a:r>
            <a:r>
              <a:rPr lang="pt-PT" sz="2400" dirty="0">
                <a:solidFill>
                  <a:srgbClr val="230068"/>
                </a:solidFill>
                <a:latin typeface="+mj-lt"/>
              </a:rPr>
              <a:t>s</a:t>
            </a:r>
            <a:endParaRPr sz="2400" dirty="0">
              <a:solidFill>
                <a:srgbClr val="230068"/>
              </a:solidFill>
              <a:latin typeface="+mj-lt"/>
            </a:endParaRPr>
          </a:p>
        </p:txBody>
      </p:sp>
      <p:sp>
        <p:nvSpPr>
          <p:cNvPr id="289" name="Shape 289"/>
          <p:cNvSpPr>
            <a:spLocks noGrp="1"/>
          </p:cNvSpPr>
          <p:nvPr>
            <p:ph type="body" sz="quarter" idx="1"/>
          </p:nvPr>
        </p:nvSpPr>
        <p:spPr>
          <a:xfrm>
            <a:off x="592930" y="545951"/>
            <a:ext cx="7665247" cy="619405"/>
          </a:xfrm>
          <a:prstGeom prst="rect">
            <a:avLst/>
          </a:prstGeom>
        </p:spPr>
        <p:txBody>
          <a:bodyPr/>
          <a:lstStyle/>
          <a:p>
            <a:pPr marL="285750" indent="-285750" defTabSz="678941">
              <a:lnSpc>
                <a:spcPct val="96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376"/>
            </a:pPr>
            <a:r>
              <a:rPr lang="pt-PT" sz="1600" dirty="0"/>
              <a:t>Click on “Custom callback” as shown below</a:t>
            </a:r>
            <a:endParaRPr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3396239-9EA7-4A84-9A01-6D5321C6B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299" y="973302"/>
            <a:ext cx="7400925" cy="384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1311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>
            <a:spLocks noGrp="1"/>
          </p:cNvSpPr>
          <p:nvPr>
            <p:ph type="title"/>
          </p:nvPr>
        </p:nvSpPr>
        <p:spPr>
          <a:xfrm>
            <a:off x="385762" y="184597"/>
            <a:ext cx="7958140" cy="332399"/>
          </a:xfrm>
          <a:prstGeom prst="rect">
            <a:avLst/>
          </a:prstGeom>
        </p:spPr>
        <p:txBody>
          <a:bodyPr/>
          <a:lstStyle/>
          <a:p>
            <a:r>
              <a:rPr lang="pt-PT" sz="2400" dirty="0">
                <a:solidFill>
                  <a:srgbClr val="230068"/>
                </a:solidFill>
                <a:latin typeface="+mj-lt"/>
              </a:rPr>
              <a:t>Creating</a:t>
            </a:r>
            <a:r>
              <a:rPr sz="2400" dirty="0">
                <a:solidFill>
                  <a:srgbClr val="230068"/>
                </a:solidFill>
                <a:latin typeface="+mj-lt"/>
              </a:rPr>
              <a:t> Callback</a:t>
            </a:r>
            <a:r>
              <a:rPr lang="pt-PT" sz="2400" dirty="0">
                <a:solidFill>
                  <a:srgbClr val="230068"/>
                </a:solidFill>
                <a:latin typeface="+mj-lt"/>
              </a:rPr>
              <a:t>s</a:t>
            </a:r>
            <a:endParaRPr sz="2400" dirty="0">
              <a:solidFill>
                <a:srgbClr val="230068"/>
              </a:solidFill>
              <a:latin typeface="+mj-lt"/>
            </a:endParaRPr>
          </a:p>
        </p:txBody>
      </p:sp>
      <p:sp>
        <p:nvSpPr>
          <p:cNvPr id="289" name="Shape 289"/>
          <p:cNvSpPr>
            <a:spLocks noGrp="1"/>
          </p:cNvSpPr>
          <p:nvPr>
            <p:ph type="body" sz="quarter" idx="1"/>
          </p:nvPr>
        </p:nvSpPr>
        <p:spPr>
          <a:xfrm>
            <a:off x="535778" y="567780"/>
            <a:ext cx="8486778" cy="619405"/>
          </a:xfrm>
          <a:prstGeom prst="rect">
            <a:avLst/>
          </a:prstGeom>
        </p:spPr>
        <p:txBody>
          <a:bodyPr/>
          <a:lstStyle/>
          <a:p>
            <a:pPr marL="285750" indent="-285750" defTabSz="678941">
              <a:lnSpc>
                <a:spcPct val="96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376"/>
            </a:pPr>
            <a:r>
              <a:rPr lang="pt-PT" sz="1600" dirty="0"/>
              <a:t>Create a callback to your email adress as show below, send a message using the ATOM IDE (click on Run again) and check that is has arrived at the Sigfoxback end and at your email account.</a:t>
            </a:r>
            <a:endParaRPr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251DC3-C670-4DCD-857E-811F867E5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867" y="1109383"/>
            <a:ext cx="6972302" cy="392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62815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lobe.jpg"/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/>
          </a:blip>
          <a:srcRect t="7502" b="7502"/>
          <a:stretch>
            <a:fillRect/>
          </a:stretch>
        </p:blipFill>
        <p:spPr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3" extrusionOk="0">
                <a:moveTo>
                  <a:pt x="7218" y="0"/>
                </a:moveTo>
                <a:lnTo>
                  <a:pt x="7671" y="553"/>
                </a:lnTo>
                <a:cubicBezTo>
                  <a:pt x="11073" y="4955"/>
                  <a:pt x="13096" y="10305"/>
                  <a:pt x="12604" y="14452"/>
                </a:cubicBezTo>
                <a:cubicBezTo>
                  <a:pt x="11909" y="20260"/>
                  <a:pt x="6449" y="21600"/>
                  <a:pt x="263" y="17549"/>
                </a:cubicBezTo>
                <a:lnTo>
                  <a:pt x="0" y="17369"/>
                </a:lnTo>
                <a:lnTo>
                  <a:pt x="0" y="21523"/>
                </a:lnTo>
                <a:lnTo>
                  <a:pt x="21600" y="21523"/>
                </a:lnTo>
                <a:lnTo>
                  <a:pt x="21600" y="0"/>
                </a:lnTo>
                <a:lnTo>
                  <a:pt x="7218" y="0"/>
                </a:lnTo>
                <a:close/>
              </a:path>
            </a:pathLst>
          </a:custGeom>
        </p:spPr>
      </p:pic>
      <p:sp>
        <p:nvSpPr>
          <p:cNvPr id="484" name="Shape 48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Geolocation</a:t>
            </a:r>
          </a:p>
        </p:txBody>
      </p:sp>
    </p:spTree>
    <p:extLst>
      <p:ext uri="{BB962C8B-B14F-4D97-AF65-F5344CB8AC3E}">
        <p14:creationId xmlns:p14="http://schemas.microsoft.com/office/powerpoint/2010/main" val="2331794996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>
            <a:spLocks noGrp="1"/>
          </p:cNvSpPr>
          <p:nvPr>
            <p:ph type="title"/>
          </p:nvPr>
        </p:nvSpPr>
        <p:spPr>
          <a:xfrm>
            <a:off x="392906" y="184597"/>
            <a:ext cx="7958140" cy="332399"/>
          </a:xfrm>
          <a:prstGeom prst="rect">
            <a:avLst/>
          </a:prstGeom>
        </p:spPr>
        <p:txBody>
          <a:bodyPr/>
          <a:lstStyle/>
          <a:p>
            <a:r>
              <a:rPr sz="2400" dirty="0">
                <a:solidFill>
                  <a:srgbClr val="230068"/>
                </a:solidFill>
                <a:latin typeface="+mj-lt"/>
              </a:rPr>
              <a:t>Geolocation Callback</a:t>
            </a:r>
          </a:p>
        </p:txBody>
      </p:sp>
      <p:sp>
        <p:nvSpPr>
          <p:cNvPr id="289" name="Shape 289"/>
          <p:cNvSpPr>
            <a:spLocks noGrp="1"/>
          </p:cNvSpPr>
          <p:nvPr>
            <p:ph type="body" sz="quarter" idx="1"/>
          </p:nvPr>
        </p:nvSpPr>
        <p:spPr>
          <a:xfrm>
            <a:off x="392906" y="828730"/>
            <a:ext cx="2726380" cy="3331034"/>
          </a:xfrm>
          <a:prstGeom prst="rect">
            <a:avLst/>
          </a:prstGeom>
        </p:spPr>
        <p:txBody>
          <a:bodyPr/>
          <a:lstStyle/>
          <a:p>
            <a:pPr marL="342900" indent="-342900" defTabSz="678941">
              <a:lnSpc>
                <a:spcPct val="96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376"/>
            </a:pPr>
            <a:r>
              <a:rPr sz="1800" dirty="0"/>
              <a:t>Create a new Service &gt; </a:t>
            </a:r>
            <a:r>
              <a:rPr sz="1800" dirty="0" err="1"/>
              <a:t>Geoloc</a:t>
            </a:r>
            <a:r>
              <a:rPr sz="1800" dirty="0"/>
              <a:t> callback</a:t>
            </a:r>
          </a:p>
          <a:p>
            <a:pPr marL="342900" indent="-342900" defTabSz="678941">
              <a:lnSpc>
                <a:spcPct val="96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376"/>
            </a:pPr>
            <a:r>
              <a:rPr sz="1800" dirty="0"/>
              <a:t>Use following URL to center the map:</a:t>
            </a:r>
          </a:p>
          <a:p>
            <a:pPr defTabSz="678941">
              <a:lnSpc>
                <a:spcPct val="96000"/>
              </a:lnSpc>
              <a:spcBef>
                <a:spcPts val="800"/>
              </a:spcBef>
              <a:defRPr sz="1386" i="1"/>
            </a:pPr>
            <a:r>
              <a:rPr dirty="0">
                <a:hlinkClick r:id="rId2"/>
              </a:rPr>
              <a:t>https://maps.googleapis.com/maps/api/staticmap?center={lat},{lng}&amp;zoom=13&amp;scale=1&amp;size=600x300&amp;maptype=roadmap&amp;format=png&amp;visual_refresh=true</a:t>
            </a:r>
            <a:endParaRPr lang="pt-PT" dirty="0"/>
          </a:p>
          <a:p>
            <a:pPr marL="342900" indent="-342900" defTabSz="678941">
              <a:lnSpc>
                <a:spcPct val="96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376"/>
            </a:pPr>
            <a:r>
              <a:rPr lang="en-US" sz="1800" dirty="0"/>
              <a:t>Send a new message using the ATOM IDE and check your email account and see what has been received.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6CE4F38-36DE-4DB3-89E4-DDD510EA5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286" y="1021556"/>
            <a:ext cx="5921687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33726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light-circles.jpg"/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/>
          </a:blip>
          <a:srcRect l="62" r="62"/>
          <a:stretch>
            <a:fillRect/>
          </a:stretch>
        </p:blipFill>
        <p:spPr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3" extrusionOk="0">
                <a:moveTo>
                  <a:pt x="7218" y="0"/>
                </a:moveTo>
                <a:lnTo>
                  <a:pt x="7671" y="553"/>
                </a:lnTo>
                <a:cubicBezTo>
                  <a:pt x="11073" y="4955"/>
                  <a:pt x="13096" y="10305"/>
                  <a:pt x="12604" y="14452"/>
                </a:cubicBezTo>
                <a:cubicBezTo>
                  <a:pt x="11909" y="20260"/>
                  <a:pt x="6449" y="21600"/>
                  <a:pt x="263" y="17549"/>
                </a:cubicBezTo>
                <a:lnTo>
                  <a:pt x="0" y="17369"/>
                </a:lnTo>
                <a:lnTo>
                  <a:pt x="0" y="21523"/>
                </a:lnTo>
                <a:lnTo>
                  <a:pt x="21600" y="21523"/>
                </a:lnTo>
                <a:lnTo>
                  <a:pt x="21600" y="0"/>
                </a:lnTo>
                <a:lnTo>
                  <a:pt x="7218" y="0"/>
                </a:lnTo>
                <a:close/>
              </a:path>
            </a:pathLst>
          </a:custGeom>
        </p:spPr>
      </p:pic>
      <p:sp>
        <p:nvSpPr>
          <p:cNvPr id="272" name="Shape 27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Downlink</a:t>
            </a:r>
          </a:p>
        </p:txBody>
      </p:sp>
    </p:spTree>
    <p:extLst>
      <p:ext uri="{BB962C8B-B14F-4D97-AF65-F5344CB8AC3E}">
        <p14:creationId xmlns:p14="http://schemas.microsoft.com/office/powerpoint/2010/main" val="927656019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>
            <a:spLocks noGrp="1"/>
          </p:cNvSpPr>
          <p:nvPr>
            <p:ph type="title"/>
          </p:nvPr>
        </p:nvSpPr>
        <p:spPr>
          <a:xfrm>
            <a:off x="314325" y="81111"/>
            <a:ext cx="7958139" cy="652401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2060"/>
                </a:solidFill>
                <a:latin typeface="Ubuntu Medium"/>
              </a:rPr>
              <a:t>How does it work ?</a:t>
            </a:r>
          </a:p>
        </p:txBody>
      </p:sp>
      <p:sp>
        <p:nvSpPr>
          <p:cNvPr id="276" name="Shape 276"/>
          <p:cNvSpPr>
            <a:spLocks noGrp="1"/>
          </p:cNvSpPr>
          <p:nvPr>
            <p:ph type="body" idx="1"/>
          </p:nvPr>
        </p:nvSpPr>
        <p:spPr>
          <a:xfrm>
            <a:off x="400843" y="966787"/>
            <a:ext cx="8321675" cy="2632075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457200" indent="-457200" algn="just" defTabSz="562355">
              <a:spcBef>
                <a:spcPts val="700"/>
              </a:spcBef>
              <a:buFont typeface="Arial" panose="020B0604020202020204" pitchFamily="34" charset="0"/>
              <a:buChar char="•"/>
              <a:defRPr sz="2624"/>
            </a:pPr>
            <a:r>
              <a:rPr dirty="0"/>
              <a:t>Send a message, with a </a:t>
            </a:r>
            <a:r>
              <a:rPr i="1" dirty="0"/>
              <a:t>downlink </a:t>
            </a:r>
            <a:r>
              <a:rPr dirty="0"/>
              <a:t>flag</a:t>
            </a:r>
            <a:r>
              <a:rPr lang="pt-PT" dirty="0"/>
              <a:t> (use the example “sigfox-downlink” at the ATOM IDE)</a:t>
            </a:r>
            <a:endParaRPr dirty="0"/>
          </a:p>
          <a:p>
            <a:pPr marL="457200" indent="-457200" algn="just" defTabSz="562355">
              <a:spcBef>
                <a:spcPts val="700"/>
              </a:spcBef>
              <a:buFont typeface="Arial" panose="020B0604020202020204" pitchFamily="34" charset="0"/>
              <a:buChar char="•"/>
              <a:defRPr sz="2624"/>
            </a:pPr>
            <a:r>
              <a:rPr dirty="0"/>
              <a:t>Once message is sent, the module g</a:t>
            </a:r>
            <a:r>
              <a:rPr lang="pt-PT" dirty="0"/>
              <a:t>oes b</a:t>
            </a:r>
            <a:r>
              <a:rPr dirty="0"/>
              <a:t>ack to sleep</a:t>
            </a:r>
          </a:p>
          <a:p>
            <a:pPr marL="457200" indent="-457200" algn="just" defTabSz="562355">
              <a:spcBef>
                <a:spcPts val="700"/>
              </a:spcBef>
              <a:buFont typeface="Arial" panose="020B0604020202020204" pitchFamily="34" charset="0"/>
              <a:buChar char="•"/>
              <a:defRPr sz="2624"/>
            </a:pPr>
            <a:r>
              <a:rPr dirty="0"/>
              <a:t>After 20s, it will wake up automatically, in Rx mode</a:t>
            </a:r>
          </a:p>
          <a:p>
            <a:pPr marL="457200" indent="-457200" algn="just" defTabSz="562355">
              <a:spcBef>
                <a:spcPts val="700"/>
              </a:spcBef>
              <a:buFont typeface="Arial" panose="020B0604020202020204" pitchFamily="34" charset="0"/>
              <a:buChar char="•"/>
              <a:defRPr sz="2624"/>
            </a:pPr>
            <a:r>
              <a:rPr dirty="0"/>
              <a:t>It will wait 20s for a </a:t>
            </a:r>
            <a:r>
              <a:rPr i="1" dirty="0"/>
              <a:t>downlink </a:t>
            </a:r>
            <a:r>
              <a:rPr dirty="0"/>
              <a:t>message</a:t>
            </a:r>
          </a:p>
          <a:p>
            <a:pPr marL="457200" indent="-457200" algn="just" defTabSz="562355">
              <a:spcBef>
                <a:spcPts val="700"/>
              </a:spcBef>
              <a:buFont typeface="Arial" panose="020B0604020202020204" pitchFamily="34" charset="0"/>
              <a:buChar char="•"/>
              <a:defRPr sz="2624"/>
            </a:pPr>
            <a:r>
              <a:rPr dirty="0"/>
              <a:t>Afterwards it will get back to sleep</a:t>
            </a:r>
          </a:p>
        </p:txBody>
      </p:sp>
    </p:spTree>
    <p:extLst>
      <p:ext uri="{BB962C8B-B14F-4D97-AF65-F5344CB8AC3E}">
        <p14:creationId xmlns:p14="http://schemas.microsoft.com/office/powerpoint/2010/main" val="341229434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>
                <a:solidFill>
                  <a:srgbClr val="002060"/>
                </a:solidFill>
                <a:latin typeface="Ubuntu Medium"/>
              </a:rPr>
              <a:t>Downlink setup</a:t>
            </a:r>
          </a:p>
        </p:txBody>
      </p:sp>
      <p:sp>
        <p:nvSpPr>
          <p:cNvPr id="279" name="Shape 27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57200" indent="-457200" defTabSz="562355">
              <a:spcBef>
                <a:spcPts val="700"/>
              </a:spcBef>
              <a:buFont typeface="Arial" panose="020B0604020202020204" pitchFamily="34" charset="0"/>
              <a:buChar char="•"/>
              <a:defRPr sz="2624"/>
            </a:pPr>
            <a:r>
              <a:rPr dirty="0"/>
              <a:t>To setup an automatic callback :</a:t>
            </a:r>
          </a:p>
          <a:p>
            <a:pPr lvl="4" defTabSz="562355">
              <a:spcBef>
                <a:spcPts val="700"/>
              </a:spcBef>
              <a:defRPr sz="2624" i="1"/>
            </a:pPr>
            <a:r>
              <a:rPr lang="pt-PT" dirty="0"/>
              <a:t>          </a:t>
            </a:r>
            <a:r>
              <a:rPr dirty="0"/>
              <a:t>Device Type &gt; Info &gt; Edit</a:t>
            </a:r>
          </a:p>
          <a:p>
            <a:pPr marL="457200" lvl="1" indent="-457200" defTabSz="562355">
              <a:spcBef>
                <a:spcPts val="700"/>
              </a:spcBef>
              <a:buFont typeface="Arial" panose="020B0604020202020204" pitchFamily="34" charset="0"/>
              <a:buChar char="•"/>
              <a:defRPr sz="2624"/>
            </a:pPr>
            <a:r>
              <a:rPr dirty="0"/>
              <a:t>In the </a:t>
            </a:r>
            <a:r>
              <a:rPr i="1" dirty="0"/>
              <a:t>Downlink data</a:t>
            </a:r>
            <a:r>
              <a:rPr dirty="0"/>
              <a:t> settings, set the following :</a:t>
            </a:r>
          </a:p>
          <a:p>
            <a:pPr lvl="2" defTabSz="562355">
              <a:spcBef>
                <a:spcPts val="700"/>
              </a:spcBef>
              <a:defRPr sz="2624"/>
            </a:pPr>
            <a:r>
              <a:rPr lang="pt-PT" dirty="0"/>
              <a:t>          </a:t>
            </a:r>
            <a:r>
              <a:rPr dirty="0"/>
              <a:t>Downlink Mode : DIRECT</a:t>
            </a:r>
          </a:p>
          <a:p>
            <a:pPr marL="457200" lvl="2" indent="-457200" defTabSz="562355">
              <a:spcBef>
                <a:spcPts val="700"/>
              </a:spcBef>
              <a:buFont typeface="Arial" panose="020B0604020202020204" pitchFamily="34" charset="0"/>
              <a:buChar char="•"/>
              <a:defRPr sz="2624"/>
            </a:pPr>
            <a:r>
              <a:rPr dirty="0"/>
              <a:t>Set the following value : 123400000BADCAFE</a:t>
            </a:r>
          </a:p>
        </p:txBody>
      </p:sp>
    </p:spTree>
    <p:extLst>
      <p:ext uri="{BB962C8B-B14F-4D97-AF65-F5344CB8AC3E}">
        <p14:creationId xmlns:p14="http://schemas.microsoft.com/office/powerpoint/2010/main" val="2273268976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tabLst>
                <a:tab pos="355600" algn="l"/>
                <a:tab pos="3225800" algn="l"/>
              </a:tabLst>
            </a:pPr>
            <a:endParaRPr/>
          </a:p>
        </p:txBody>
      </p:sp>
      <p:pic>
        <p:nvPicPr>
          <p:cNvPr id="282" name="Capture d’écran 2017-04-06 à 13.35.0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2926" y="569550"/>
            <a:ext cx="8551068" cy="3989843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278">
            <a:extLst>
              <a:ext uri="{FF2B5EF4-FFF2-40B4-BE49-F238E27FC236}">
                <a16:creationId xmlns:a16="http://schemas.microsoft.com/office/drawing/2014/main" id="{EE68B89D-03AF-4073-A03B-0672EADBEDC2}"/>
              </a:ext>
            </a:extLst>
          </p:cNvPr>
          <p:cNvSpPr txBox="1">
            <a:spLocks/>
          </p:cNvSpPr>
          <p:nvPr/>
        </p:nvSpPr>
        <p:spPr>
          <a:xfrm>
            <a:off x="185737" y="22015"/>
            <a:ext cx="7958139" cy="65240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1pPr>
            <a:lvl2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2pPr>
            <a:lvl3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3pPr>
            <a:lvl4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4pPr>
            <a:lvl5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5pPr>
            <a:lvl6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6pPr>
            <a:lvl7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7pPr>
            <a:lvl8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8pPr>
            <a:lvl9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9pPr>
          </a:lstStyle>
          <a:p>
            <a:r>
              <a:rPr lang="pt-BR" kern="0" dirty="0" err="1">
                <a:solidFill>
                  <a:srgbClr val="002060"/>
                </a:solidFill>
              </a:rPr>
              <a:t>Downlink</a:t>
            </a:r>
            <a:r>
              <a:rPr lang="pt-BR" kern="0" dirty="0">
                <a:solidFill>
                  <a:srgbClr val="002060"/>
                </a:solidFill>
              </a:rPr>
              <a:t> setup</a:t>
            </a:r>
          </a:p>
        </p:txBody>
      </p:sp>
    </p:spTree>
    <p:extLst>
      <p:ext uri="{BB962C8B-B14F-4D97-AF65-F5344CB8AC3E}">
        <p14:creationId xmlns:p14="http://schemas.microsoft.com/office/powerpoint/2010/main" val="1082435029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78">
            <a:extLst>
              <a:ext uri="{FF2B5EF4-FFF2-40B4-BE49-F238E27FC236}">
                <a16:creationId xmlns:a16="http://schemas.microsoft.com/office/drawing/2014/main" id="{A80D855C-561D-4845-9C24-1174CF30BEF4}"/>
              </a:ext>
            </a:extLst>
          </p:cNvPr>
          <p:cNvSpPr txBox="1">
            <a:spLocks/>
          </p:cNvSpPr>
          <p:nvPr/>
        </p:nvSpPr>
        <p:spPr>
          <a:xfrm>
            <a:off x="185737" y="22015"/>
            <a:ext cx="7958139" cy="65240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1pPr>
            <a:lvl2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2pPr>
            <a:lvl3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3pPr>
            <a:lvl4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4pPr>
            <a:lvl5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5pPr>
            <a:lvl6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6pPr>
            <a:lvl7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7pPr>
            <a:lvl8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8pPr>
            <a:lvl9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9pPr>
          </a:lstStyle>
          <a:p>
            <a:r>
              <a:rPr lang="pt-BR" kern="0" dirty="0" err="1">
                <a:solidFill>
                  <a:srgbClr val="002060"/>
                </a:solidFill>
              </a:rPr>
              <a:t>Downlink</a:t>
            </a:r>
            <a:r>
              <a:rPr lang="pt-BR" kern="0" dirty="0">
                <a:solidFill>
                  <a:srgbClr val="002060"/>
                </a:solidFill>
              </a:rPr>
              <a:t> setup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8412398-301C-4053-874C-C95A55EC7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94" y="607218"/>
            <a:ext cx="8334369" cy="394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43174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78">
            <a:extLst>
              <a:ext uri="{FF2B5EF4-FFF2-40B4-BE49-F238E27FC236}">
                <a16:creationId xmlns:a16="http://schemas.microsoft.com/office/drawing/2014/main" id="{A80D855C-561D-4845-9C24-1174CF30BEF4}"/>
              </a:ext>
            </a:extLst>
          </p:cNvPr>
          <p:cNvSpPr txBox="1">
            <a:spLocks/>
          </p:cNvSpPr>
          <p:nvPr/>
        </p:nvSpPr>
        <p:spPr>
          <a:xfrm>
            <a:off x="185737" y="193465"/>
            <a:ext cx="7958139" cy="652401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1pPr>
            <a:lvl2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2pPr>
            <a:lvl3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3pPr>
            <a:lvl4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4pPr>
            <a:lvl5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5pPr>
            <a:lvl6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6pPr>
            <a:lvl7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7pPr>
            <a:lvl8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8pPr>
            <a:lvl9pPr marL="0" marR="0" indent="0" algn="l" defTabSz="685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230066"/>
                </a:solidFill>
                <a:uFillTx/>
                <a:latin typeface="Ubuntu Medium"/>
                <a:ea typeface="Ubuntu Medium"/>
                <a:cs typeface="Ubuntu Medium"/>
                <a:sym typeface="Ubuntu Medium"/>
              </a:defRPr>
            </a:lvl9pPr>
          </a:lstStyle>
          <a:p>
            <a:r>
              <a:rPr lang="pt-BR" sz="6200" kern="0" dirty="0" err="1">
                <a:solidFill>
                  <a:srgbClr val="002060"/>
                </a:solidFill>
              </a:rPr>
              <a:t>Downlink</a:t>
            </a:r>
            <a:r>
              <a:rPr lang="pt-BR" sz="6200" kern="0" dirty="0">
                <a:solidFill>
                  <a:srgbClr val="002060"/>
                </a:solidFill>
              </a:rPr>
              <a:t> response</a:t>
            </a:r>
          </a:p>
          <a:p>
            <a:endParaRPr lang="pt-BR" sz="4000" kern="0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kern="0" dirty="0" err="1">
                <a:solidFill>
                  <a:srgbClr val="002060"/>
                </a:solidFill>
              </a:rPr>
              <a:t>Check</a:t>
            </a:r>
            <a:r>
              <a:rPr lang="pt-BR" kern="0" dirty="0">
                <a:solidFill>
                  <a:srgbClr val="002060"/>
                </a:solidFill>
              </a:rPr>
              <a:t> for </a:t>
            </a:r>
            <a:r>
              <a:rPr lang="pt-BR" kern="0" dirty="0" err="1">
                <a:solidFill>
                  <a:srgbClr val="002060"/>
                </a:solidFill>
              </a:rPr>
              <a:t>Donwlink</a:t>
            </a:r>
            <a:r>
              <a:rPr lang="pt-BR" kern="0" dirty="0">
                <a:solidFill>
                  <a:srgbClr val="002060"/>
                </a:solidFill>
              </a:rPr>
              <a:t> response </a:t>
            </a:r>
            <a:r>
              <a:rPr lang="pt-BR" kern="0" dirty="0" err="1">
                <a:solidFill>
                  <a:srgbClr val="002060"/>
                </a:solidFill>
              </a:rPr>
              <a:t>at</a:t>
            </a:r>
            <a:r>
              <a:rPr lang="pt-BR" kern="0" dirty="0">
                <a:solidFill>
                  <a:srgbClr val="002060"/>
                </a:solidFill>
              </a:rPr>
              <a:t> </a:t>
            </a:r>
            <a:r>
              <a:rPr lang="pt-BR" kern="0" dirty="0" err="1">
                <a:solidFill>
                  <a:srgbClr val="002060"/>
                </a:solidFill>
              </a:rPr>
              <a:t>the</a:t>
            </a:r>
            <a:r>
              <a:rPr lang="pt-BR" kern="0" dirty="0">
                <a:solidFill>
                  <a:srgbClr val="002060"/>
                </a:solidFill>
              </a:rPr>
              <a:t> ATOM IDE as </a:t>
            </a:r>
            <a:r>
              <a:rPr lang="pt-BR" kern="0" dirty="0" err="1">
                <a:solidFill>
                  <a:srgbClr val="002060"/>
                </a:solidFill>
              </a:rPr>
              <a:t>shown</a:t>
            </a:r>
            <a:r>
              <a:rPr lang="pt-BR" kern="0" dirty="0">
                <a:solidFill>
                  <a:srgbClr val="002060"/>
                </a:solidFill>
              </a:rPr>
              <a:t> </a:t>
            </a:r>
            <a:r>
              <a:rPr lang="pt-BR" kern="0" dirty="0" err="1">
                <a:solidFill>
                  <a:srgbClr val="002060"/>
                </a:solidFill>
              </a:rPr>
              <a:t>below</a:t>
            </a:r>
            <a:endParaRPr lang="pt-BR" kern="0" dirty="0">
              <a:solidFill>
                <a:srgbClr val="002060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4C25D9F-A58F-4980-9647-C748218DA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3" y="845866"/>
            <a:ext cx="7093945" cy="42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6011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How to start ?"/>
          <p:cNvSpPr>
            <a:spLocks noGrp="1"/>
          </p:cNvSpPr>
          <p:nvPr>
            <p:ph type="title"/>
          </p:nvPr>
        </p:nvSpPr>
        <p:spPr>
          <a:xfrm>
            <a:off x="507206" y="264319"/>
            <a:ext cx="7958138" cy="332399"/>
          </a:xfrm>
          <a:prstGeom prst="rect">
            <a:avLst/>
          </a:prstGeom>
        </p:spPr>
        <p:txBody>
          <a:bodyPr/>
          <a:lstStyle/>
          <a:p>
            <a:r>
              <a:rPr lang="fr-FR" sz="2400" dirty="0">
                <a:solidFill>
                  <a:srgbClr val="002060"/>
                </a:solidFill>
                <a:latin typeface="+mj-lt"/>
              </a:rPr>
              <a:t>Next...</a:t>
            </a:r>
            <a:endParaRPr sz="24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685" name="Devkits !…"/>
          <p:cNvSpPr>
            <a:spLocks noGrp="1"/>
          </p:cNvSpPr>
          <p:nvPr>
            <p:ph type="body" idx="1"/>
          </p:nvPr>
        </p:nvSpPr>
        <p:spPr>
          <a:xfrm>
            <a:off x="508000" y="904609"/>
            <a:ext cx="7957344" cy="352898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842" lvl="2" indent="-320842">
              <a:buChar char="•"/>
            </a:pPr>
            <a:r>
              <a:rPr lang="fr-FR" sz="2400" dirty="0"/>
              <a:t>Check online documentation:</a:t>
            </a:r>
          </a:p>
          <a:p>
            <a:pPr marL="320842" lvl="2" indent="-320842">
              <a:buChar char="•"/>
            </a:pPr>
            <a:endParaRPr lang="fr-FR" sz="2400" dirty="0"/>
          </a:p>
          <a:p>
            <a:pPr marL="563841" lvl="3" indent="-320842"/>
            <a:r>
              <a:rPr lang="fr-FR" sz="2000" dirty="0"/>
              <a:t>Pycom: </a:t>
            </a:r>
            <a:r>
              <a:rPr lang="fr-FR" sz="2000" dirty="0">
                <a:hlinkClick r:id="rId2"/>
              </a:rPr>
              <a:t>https://pycom.io/hardware/sipy-specs/</a:t>
            </a:r>
            <a:endParaRPr lang="fr-FR" sz="2000" dirty="0"/>
          </a:p>
          <a:p>
            <a:pPr marL="563841" lvl="3" indent="-320842">
              <a:buChar char="•"/>
            </a:pPr>
            <a:endParaRPr lang="fr-FR" sz="2000" dirty="0"/>
          </a:p>
          <a:p>
            <a:pPr marL="563841" lvl="3" indent="-320842">
              <a:buFontTx/>
              <a:buChar char="•"/>
            </a:pPr>
            <a:r>
              <a:rPr lang="fr-FR" sz="2000" dirty="0"/>
              <a:t>Callbacks: </a:t>
            </a:r>
            <a:r>
              <a:rPr lang="fr-FR" sz="2000" dirty="0">
                <a:hlinkClick r:id="rId3"/>
              </a:rPr>
              <a:t>https://backend.sigfox.com/apidocs/callback</a:t>
            </a:r>
            <a:endParaRPr lang="fr-FR" sz="2000" dirty="0"/>
          </a:p>
          <a:p>
            <a:pPr marL="563841" lvl="3" indent="-320842">
              <a:buFontTx/>
              <a:buChar char="•"/>
            </a:pPr>
            <a:endParaRPr lang="fr-FR" sz="2000" dirty="0"/>
          </a:p>
          <a:p>
            <a:pPr marL="563841" lvl="3" indent="-320842">
              <a:buFontTx/>
              <a:buChar char="•"/>
            </a:pPr>
            <a:r>
              <a:rPr lang="fr-FR" sz="2000" dirty="0" err="1"/>
              <a:t>Sigfox</a:t>
            </a:r>
            <a:r>
              <a:rPr lang="fr-FR" sz="2000" dirty="0"/>
              <a:t> </a:t>
            </a:r>
            <a:r>
              <a:rPr lang="fr-FR" sz="2000" dirty="0" err="1"/>
              <a:t>geolocation</a:t>
            </a:r>
            <a:r>
              <a:rPr lang="fr-FR" sz="2000" dirty="0"/>
              <a:t>: </a:t>
            </a:r>
            <a:r>
              <a:rPr lang="fr-FR" sz="2000" dirty="0">
                <a:hlinkClick r:id="rId4"/>
              </a:rPr>
              <a:t>https://github.com/luisomoreau/iot-platform#add-sigfox-geolocalisation-service</a:t>
            </a:r>
            <a:endParaRPr lang="fr-FR" sz="2000" dirty="0"/>
          </a:p>
          <a:p>
            <a:pPr marL="563841" lvl="3" indent="-320842">
              <a:buFontTx/>
              <a:buChar char="•"/>
            </a:pPr>
            <a:endParaRPr lang="fr-FR" sz="1800" dirty="0"/>
          </a:p>
          <a:p>
            <a:pPr marL="563841" lvl="3" indent="-320842">
              <a:buChar char="•"/>
            </a:pPr>
            <a:endParaRPr lang="fr-FR" sz="1800" dirty="0"/>
          </a:p>
          <a:p>
            <a:pPr marL="563841" lvl="3" indent="-320842">
              <a:buChar char="•"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21392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c1cc2514e3173285d3ee8d7cc09dec918d3b9f"/>
</p:tagLst>
</file>

<file path=ppt/theme/theme1.xml><?xml version="1.0" encoding="utf-8"?>
<a:theme xmlns:a="http://schemas.openxmlformats.org/drawingml/2006/main" name="Thème SIGFOX">
  <a:themeElements>
    <a:clrScheme name="SIGFOX">
      <a:dk1>
        <a:srgbClr val="230066"/>
      </a:dk1>
      <a:lt1>
        <a:sysClr val="window" lastClr="FFFFFF"/>
      </a:lt1>
      <a:dk2>
        <a:srgbClr val="00DFFF"/>
      </a:dk2>
      <a:lt2>
        <a:srgbClr val="F7F7F7"/>
      </a:lt2>
      <a:accent1>
        <a:srgbClr val="4182FF"/>
      </a:accent1>
      <a:accent2>
        <a:srgbClr val="FA5537"/>
      </a:accent2>
      <a:accent3>
        <a:srgbClr val="FFF057"/>
      </a:accent3>
      <a:accent4>
        <a:srgbClr val="00BDB5"/>
      </a:accent4>
      <a:accent5>
        <a:srgbClr val="FFA000"/>
      </a:accent5>
      <a:accent6>
        <a:srgbClr val="8024FF"/>
      </a:accent6>
      <a:hlink>
        <a:srgbClr val="0563C1"/>
      </a:hlink>
      <a:folHlink>
        <a:srgbClr val="954F72"/>
      </a:folHlink>
    </a:clrScheme>
    <a:fontScheme name="Ubuntu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ase 16-9.potx" id="{D2B18FB7-8BC1-40C2-99B4-D343B3F1EE12}" vid="{1A1342E3-FAC2-442F-8804-A20F466B4E84}"/>
    </a:ext>
  </a:extLst>
</a:theme>
</file>

<file path=ppt/theme/theme2.xml><?xml version="1.0" encoding="utf-8"?>
<a:theme xmlns:a="http://schemas.openxmlformats.org/drawingml/2006/main" name="1_Thème SIGFOX">
  <a:themeElements>
    <a:clrScheme name="Thème SIGFOX">
      <a:dk1>
        <a:srgbClr val="230066"/>
      </a:dk1>
      <a:lt1>
        <a:srgbClr val="FFFFFF"/>
      </a:lt1>
      <a:dk2>
        <a:srgbClr val="A7A7A7"/>
      </a:dk2>
      <a:lt2>
        <a:srgbClr val="535353"/>
      </a:lt2>
      <a:accent1>
        <a:srgbClr val="4182FF"/>
      </a:accent1>
      <a:accent2>
        <a:srgbClr val="FA5537"/>
      </a:accent2>
      <a:accent3>
        <a:srgbClr val="FFF057"/>
      </a:accent3>
      <a:accent4>
        <a:srgbClr val="00BDB5"/>
      </a:accent4>
      <a:accent5>
        <a:srgbClr val="FFA000"/>
      </a:accent5>
      <a:accent6>
        <a:srgbClr val="8024FF"/>
      </a:accent6>
      <a:hlink>
        <a:srgbClr val="0000FF"/>
      </a:hlink>
      <a:folHlink>
        <a:srgbClr val="FF00FF"/>
      </a:folHlink>
    </a:clrScheme>
    <a:fontScheme name="Thème SIGFOX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hème SIGFO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685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300" b="0" i="0" u="none" strike="noStrike" cap="none" spc="0" normalizeH="0" baseline="0">
            <a:ln>
              <a:noFill/>
            </a:ln>
            <a:solidFill>
              <a:srgbClr val="230066"/>
            </a:solidFill>
            <a:effectLst/>
            <a:uFillTx/>
            <a:latin typeface="Ubuntu"/>
            <a:ea typeface="Ubuntu"/>
            <a:cs typeface="Ubuntu"/>
            <a:sym typeface="Ubuntu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685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300" b="0" i="0" u="none" strike="noStrike" cap="none" spc="0" normalizeH="0" baseline="0">
            <a:ln>
              <a:noFill/>
            </a:ln>
            <a:solidFill>
              <a:srgbClr val="230066"/>
            </a:solidFill>
            <a:effectLst/>
            <a:uFillTx/>
            <a:latin typeface="Ubuntu"/>
            <a:ea typeface="Ubuntu"/>
            <a:cs typeface="Ubuntu"/>
            <a:sym typeface="Ubuntu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IGFOX">
    <a:dk1>
      <a:srgbClr val="230066"/>
    </a:dk1>
    <a:lt1>
      <a:sysClr val="window" lastClr="FFFFFF"/>
    </a:lt1>
    <a:dk2>
      <a:srgbClr val="00DFFF"/>
    </a:dk2>
    <a:lt2>
      <a:srgbClr val="F7F7F7"/>
    </a:lt2>
    <a:accent1>
      <a:srgbClr val="4182FF"/>
    </a:accent1>
    <a:accent2>
      <a:srgbClr val="FA5537"/>
    </a:accent2>
    <a:accent3>
      <a:srgbClr val="FFF057"/>
    </a:accent3>
    <a:accent4>
      <a:srgbClr val="00BDB5"/>
    </a:accent4>
    <a:accent5>
      <a:srgbClr val="FFA000"/>
    </a:accent5>
    <a:accent6>
      <a:srgbClr val="8024FF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84d417b8-fdf0-4d4c-b9fc-69d8ff1ea2d4" xsi:nil="true"/>
    <Confidentiality xmlns="84d417b8-fdf0-4d4c-b9fc-69d8ff1ea2d4">EXTERNAL UNDER NDA</Confidentiality>
    <Creator xmlns="84d417b8-fdf0-4d4c-b9fc-69d8ff1ea2d4">
      <UserInfo>
        <DisplayName/>
        <AccountId xsi:nil="true"/>
        <AccountType/>
      </UserInfo>
    </Creator>
    <IconOverlay xmlns="http://schemas.microsoft.com/sharepoint/v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4905B50EDAC04A8A292281A6D2BF2A" ma:contentTypeVersion="8" ma:contentTypeDescription="Create a new document." ma:contentTypeScope="" ma:versionID="911543c70f587ba733c932097d9ea356">
  <xsd:schema xmlns:xsd="http://www.w3.org/2001/XMLSchema" xmlns:xs="http://www.w3.org/2001/XMLSchema" xmlns:p="http://schemas.microsoft.com/office/2006/metadata/properties" xmlns:ns2="eeb5d726-b4dc-42ea-b131-c0c7503b92d6" xmlns:ns3="84d417b8-fdf0-4d4c-b9fc-69d8ff1ea2d4" xmlns:ns4="http://schemas.microsoft.com/sharepoint/v4" targetNamespace="http://schemas.microsoft.com/office/2006/metadata/properties" ma:root="true" ma:fieldsID="794c70f5cb5698a6d83007e561ef6d6c" ns2:_="" ns3:_="" ns4:_="">
    <xsd:import namespace="eeb5d726-b4dc-42ea-b131-c0c7503b92d6"/>
    <xsd:import namespace="84d417b8-fdf0-4d4c-b9fc-69d8ff1ea2d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Confidentiality"/>
                <xsd:element ref="ns3:Description0" minOccurs="0"/>
                <xsd:element ref="ns3:Creator" minOccurs="0"/>
                <xsd:element ref="ns4:IconOverlay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5d726-b4dc-42ea-b131-c0c7503b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d417b8-fdf0-4d4c-b9fc-69d8ff1ea2d4" elementFormDefault="qualified">
    <xsd:import namespace="http://schemas.microsoft.com/office/2006/documentManagement/types"/>
    <xsd:import namespace="http://schemas.microsoft.com/office/infopath/2007/PartnerControls"/>
    <xsd:element name="Confidentiality" ma:index="10" ma:displayName="Confidentiality" ma:default="INTERNAL" ma:description="INTERNAL:  Sigfox employees ONLY&#10;EXTERNAL UNDER NDA: External contacts under NDA&#10;EXTERNAL -VIEW ONLY: Can be presented to external but NOT SENT&#10;EXTERNAL: Can be sent to any external contact.&#10;PUBLIC: can be published" ma:format="Dropdown" ma:internalName="Confidentiality">
      <xsd:simpleType>
        <xsd:restriction base="dms:Choice">
          <xsd:enumeration value="INTERNAL"/>
          <xsd:enumeration value="EXTERNAL UNDER NDA"/>
          <xsd:enumeration value="EXTERNAL -VIEW ONLY"/>
          <xsd:enumeration value="EXTERNAL"/>
          <xsd:enumeration value="PUBLIC"/>
        </xsd:restriction>
      </xsd:simpleType>
    </xsd:element>
    <xsd:element name="Description0" ma:index="11" nillable="true" ma:displayName="Description" ma:internalName="Description0">
      <xsd:simpleType>
        <xsd:restriction base="dms:Text">
          <xsd:maxLength value="255"/>
        </xsd:restriction>
      </xsd:simpleType>
    </xsd:element>
    <xsd:element name="Creator" ma:index="12" nillable="true" ma:displayName="Creator" ma:list="UserInfo" ma:SharePointGroup="0" ma:internalName="Creat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3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912288-6135-4E00-B1A0-303CA05D2C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0FE227-CCC3-4909-AE85-B6C506CF66E6}">
  <ds:schemaRefs>
    <ds:schemaRef ds:uri="http://purl.org/dc/terms/"/>
    <ds:schemaRef ds:uri="http://schemas.openxmlformats.org/package/2006/metadata/core-properties"/>
    <ds:schemaRef ds:uri="http://www.w3.org/XML/1998/namespace"/>
    <ds:schemaRef ds:uri="84d417b8-fdf0-4d4c-b9fc-69d8ff1ea2d4"/>
    <ds:schemaRef ds:uri="eeb5d726-b4dc-42ea-b131-c0c7503b92d6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8487104-8E5C-4374-8A81-2C34C05FF2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b5d726-b4dc-42ea-b131-c0c7503b92d6"/>
    <ds:schemaRef ds:uri="84d417b8-fdf0-4d4c-b9fc-69d8ff1ea2d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3699</TotalTime>
  <Words>644</Words>
  <Application>Microsoft Office PowerPoint</Application>
  <PresentationFormat>Apresentação na tela (16:9)</PresentationFormat>
  <Paragraphs>89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Arial</vt:lpstr>
      <vt:lpstr>Calibri</vt:lpstr>
      <vt:lpstr>Ubuntu</vt:lpstr>
      <vt:lpstr>Ubuntu Light</vt:lpstr>
      <vt:lpstr>Ubuntu Medium</vt:lpstr>
      <vt:lpstr>Thème SIGFOX</vt:lpstr>
      <vt:lpstr>1_Thème SIGFOX</vt:lpstr>
      <vt:lpstr>Let’s play !  Getting started with Sigfox and Pycom board</vt:lpstr>
      <vt:lpstr>Contribute back</vt:lpstr>
      <vt:lpstr>Requirements</vt:lpstr>
      <vt:lpstr>First steps</vt:lpstr>
      <vt:lpstr>First steps</vt:lpstr>
      <vt:lpstr>First steps</vt:lpstr>
      <vt:lpstr>First steps</vt:lpstr>
      <vt:lpstr>First steps</vt:lpstr>
      <vt:lpstr>Hello World</vt:lpstr>
      <vt:lpstr>Hello World example</vt:lpstr>
      <vt:lpstr>First steps</vt:lpstr>
      <vt:lpstr>First steps</vt:lpstr>
      <vt:lpstr>First callback</vt:lpstr>
      <vt:lpstr>Creating Callbacks</vt:lpstr>
      <vt:lpstr>Creating Callbacks</vt:lpstr>
      <vt:lpstr>Creating Callbacks</vt:lpstr>
      <vt:lpstr>Geolocation</vt:lpstr>
      <vt:lpstr>Geolocation Callback</vt:lpstr>
      <vt:lpstr>Downlink</vt:lpstr>
      <vt:lpstr>How does it work ?</vt:lpstr>
      <vt:lpstr>Downlink setup</vt:lpstr>
      <vt:lpstr>Apresentação do PowerPoint</vt:lpstr>
      <vt:lpstr>Apresentação do PowerPoint</vt:lpstr>
      <vt:lpstr>Apresentação do PowerPoint</vt:lpstr>
      <vt:lpstr>Next...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planet4</dc:creator>
  <cp:lastModifiedBy>Alexandre Araujo</cp:lastModifiedBy>
  <cp:revision>284</cp:revision>
  <dcterms:created xsi:type="dcterms:W3CDTF">2016-08-22T14:00:41Z</dcterms:created>
  <dcterms:modified xsi:type="dcterms:W3CDTF">2018-06-06T12:08:05Z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0x010100D04905B50EDAC04A8A292281A6D2BF2A</vt:lpwstr>
  </property>
  <property fmtid="{D5CDD505-2E9C-101B-9397-08002B2CF9AE}" pid="3" name="NXPowerLiteLastOptimized">
    <vt:lpwstr>2341486</vt:lpwstr>
  </property>
  <property fmtid="{D5CDD505-2E9C-101B-9397-08002B2CF9AE}" pid="4" name="NXPowerLiteSettings">
    <vt:lpwstr>A74006B004C800</vt:lpwstr>
  </property>
  <property fmtid="{D5CDD505-2E9C-101B-9397-08002B2CF9AE}" pid="5" name="NXPowerLiteVersion">
    <vt:lpwstr>D7.1.1</vt:lpwstr>
  </property>
</Properties>
</file>